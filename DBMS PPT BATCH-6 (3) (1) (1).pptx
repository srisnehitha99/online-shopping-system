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59" r:id="rId5"/>
    <p:sldId id="296" r:id="rId6"/>
    <p:sldId id="268" r:id="rId7"/>
    <p:sldId id="299" r:id="rId8"/>
    <p:sldId id="271" r:id="rId9"/>
    <p:sldId id="270" r:id="rId10"/>
    <p:sldId id="303" r:id="rId11"/>
    <p:sldId id="272" r:id="rId12"/>
    <p:sldId id="273" r:id="rId13"/>
    <p:sldId id="275" r:id="rId14"/>
    <p:sldId id="276" r:id="rId15"/>
    <p:sldId id="281" r:id="rId16"/>
    <p:sldId id="277" r:id="rId17"/>
    <p:sldId id="278" r:id="rId18"/>
    <p:sldId id="279" r:id="rId19"/>
    <p:sldId id="280" r:id="rId20"/>
    <p:sldId id="282" r:id="rId21"/>
    <p:sldId id="283" r:id="rId22"/>
    <p:sldId id="300" r:id="rId23"/>
    <p:sldId id="285" r:id="rId24"/>
    <p:sldId id="301" r:id="rId25"/>
    <p:sldId id="286" r:id="rId26"/>
    <p:sldId id="287" r:id="rId27"/>
    <p:sldId id="288" r:id="rId28"/>
    <p:sldId id="305" r:id="rId29"/>
    <p:sldId id="298" r:id="rId30"/>
    <p:sldId id="297" r:id="rId31"/>
    <p:sldId id="26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EB2E373F-ED5A-4B3B-93D9-9B674A86E12D}">
          <p14:sldIdLst>
            <p14:sldId id="256"/>
            <p14:sldId id="257"/>
            <p14:sldId id="269"/>
            <p14:sldId id="259"/>
            <p14:sldId id="296"/>
            <p14:sldId id="268"/>
            <p14:sldId id="299"/>
            <p14:sldId id="271"/>
            <p14:sldId id="270"/>
            <p14:sldId id="303"/>
            <p14:sldId id="272"/>
            <p14:sldId id="273"/>
            <p14:sldId id="275"/>
            <p14:sldId id="276"/>
            <p14:sldId id="281"/>
            <p14:sldId id="277"/>
            <p14:sldId id="278"/>
            <p14:sldId id="279"/>
            <p14:sldId id="280"/>
            <p14:sldId id="282"/>
            <p14:sldId id="283"/>
            <p14:sldId id="300"/>
            <p14:sldId id="285"/>
            <p14:sldId id="301"/>
            <p14:sldId id="286"/>
            <p14:sldId id="287"/>
            <p14:sldId id="288"/>
            <p14:sldId id="305"/>
            <p14:sldId id="298"/>
            <p14:sldId id="297"/>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0927BA-1C98-4A65-95B7-096E10272344}" v="12" dt="2026-09-29T04:45:50.5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19" autoAdjust="0"/>
    <p:restoredTop sz="94660"/>
  </p:normalViewPr>
  <p:slideViewPr>
    <p:cSldViewPr snapToGrid="0">
      <p:cViewPr varScale="1">
        <p:scale>
          <a:sx n="78" d="100"/>
          <a:sy n="78" d="100"/>
        </p:scale>
        <p:origin x="80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ritha balusumilli" userId="1012fdaae4fe6ee3" providerId="LiveId" clId="{1F81AB69-08B3-44CC-A5BB-6FAD2C88A656}"/>
    <pc:docChg chg="undo custSel addSld modSld modSection">
      <pc:chgData name="Asritha balusumilli" userId="1012fdaae4fe6ee3" providerId="LiveId" clId="{1F81AB69-08B3-44CC-A5BB-6FAD2C88A656}" dt="2026-09-29T04:46:54.159" v="537"/>
      <pc:docMkLst>
        <pc:docMk/>
      </pc:docMkLst>
      <pc:sldChg chg="addSp delSp modSp mod">
        <pc:chgData name="Asritha balusumilli" userId="1012fdaae4fe6ee3" providerId="LiveId" clId="{1F81AB69-08B3-44CC-A5BB-6FAD2C88A656}" dt="2026-09-29T04:22:47.998" v="47" actId="1036"/>
        <pc:sldMkLst>
          <pc:docMk/>
          <pc:sldMk cId="4056550558" sldId="273"/>
        </pc:sldMkLst>
        <pc:picChg chg="add mod">
          <ac:chgData name="Asritha balusumilli" userId="1012fdaae4fe6ee3" providerId="LiveId" clId="{1F81AB69-08B3-44CC-A5BB-6FAD2C88A656}" dt="2026-09-29T04:22:32.164" v="43" actId="14100"/>
          <ac:picMkLst>
            <pc:docMk/>
            <pc:sldMk cId="4056550558" sldId="273"/>
            <ac:picMk id="3" creationId="{AC173E69-ECE7-A5F9-69EF-083E98B7E5C0}"/>
          </ac:picMkLst>
        </pc:picChg>
        <pc:picChg chg="add mod">
          <ac:chgData name="Asritha balusumilli" userId="1012fdaae4fe6ee3" providerId="LiveId" clId="{1F81AB69-08B3-44CC-A5BB-6FAD2C88A656}" dt="2026-09-29T04:22:47.998" v="47" actId="1036"/>
          <ac:picMkLst>
            <pc:docMk/>
            <pc:sldMk cId="4056550558" sldId="273"/>
            <ac:picMk id="5" creationId="{5073BDC4-66A4-E2BA-70E9-3149F61E4EA2}"/>
          </ac:picMkLst>
        </pc:picChg>
        <pc:picChg chg="del">
          <ac:chgData name="Asritha balusumilli" userId="1012fdaae4fe6ee3" providerId="LiveId" clId="{1F81AB69-08B3-44CC-A5BB-6FAD2C88A656}" dt="2026-09-29T04:21:54.493" v="40" actId="478"/>
          <ac:picMkLst>
            <pc:docMk/>
            <pc:sldMk cId="4056550558" sldId="273"/>
            <ac:picMk id="18" creationId="{89FB9D3E-4E0C-ED5E-E432-20BA81C309FF}"/>
          </ac:picMkLst>
        </pc:picChg>
        <pc:picChg chg="del">
          <ac:chgData name="Asritha balusumilli" userId="1012fdaae4fe6ee3" providerId="LiveId" clId="{1F81AB69-08B3-44CC-A5BB-6FAD2C88A656}" dt="2026-09-29T04:22:33.793" v="44" actId="478"/>
          <ac:picMkLst>
            <pc:docMk/>
            <pc:sldMk cId="4056550558" sldId="273"/>
            <ac:picMk id="20" creationId="{42DF5FB1-5DEC-5498-D744-6BFFC8705643}"/>
          </ac:picMkLst>
        </pc:picChg>
      </pc:sldChg>
      <pc:sldChg chg="addSp delSp modSp mod">
        <pc:chgData name="Asritha balusumilli" userId="1012fdaae4fe6ee3" providerId="LiveId" clId="{1F81AB69-08B3-44CC-A5BB-6FAD2C88A656}" dt="2026-09-29T04:23:34.411" v="57" actId="14100"/>
        <pc:sldMkLst>
          <pc:docMk/>
          <pc:sldMk cId="3710736825" sldId="275"/>
        </pc:sldMkLst>
        <pc:picChg chg="add mod">
          <ac:chgData name="Asritha balusumilli" userId="1012fdaae4fe6ee3" providerId="LiveId" clId="{1F81AB69-08B3-44CC-A5BB-6FAD2C88A656}" dt="2026-09-29T04:23:13.208" v="52" actId="14100"/>
          <ac:picMkLst>
            <pc:docMk/>
            <pc:sldMk cId="3710736825" sldId="275"/>
            <ac:picMk id="4" creationId="{F7B9F717-FC7F-213B-7A86-69446EA17E6F}"/>
          </ac:picMkLst>
        </pc:picChg>
        <pc:picChg chg="add mod">
          <ac:chgData name="Asritha balusumilli" userId="1012fdaae4fe6ee3" providerId="LiveId" clId="{1F81AB69-08B3-44CC-A5BB-6FAD2C88A656}" dt="2026-09-29T04:23:34.411" v="57" actId="14100"/>
          <ac:picMkLst>
            <pc:docMk/>
            <pc:sldMk cId="3710736825" sldId="275"/>
            <ac:picMk id="6" creationId="{B86294A1-07C1-EDC9-3EDB-12F164AC006C}"/>
          </ac:picMkLst>
        </pc:picChg>
        <pc:picChg chg="del">
          <ac:chgData name="Asritha balusumilli" userId="1012fdaae4fe6ee3" providerId="LiveId" clId="{1F81AB69-08B3-44CC-A5BB-6FAD2C88A656}" dt="2026-09-29T04:22:56.342" v="48" actId="478"/>
          <ac:picMkLst>
            <pc:docMk/>
            <pc:sldMk cId="3710736825" sldId="275"/>
            <ac:picMk id="11" creationId="{FADF9466-E284-69BE-D1A7-40AC1E6EBA73}"/>
          </ac:picMkLst>
        </pc:picChg>
        <pc:picChg chg="del">
          <ac:chgData name="Asritha balusumilli" userId="1012fdaae4fe6ee3" providerId="LiveId" clId="{1F81AB69-08B3-44CC-A5BB-6FAD2C88A656}" dt="2026-09-29T04:23:15.359" v="53" actId="478"/>
          <ac:picMkLst>
            <pc:docMk/>
            <pc:sldMk cId="3710736825" sldId="275"/>
            <ac:picMk id="13" creationId="{DFC7CDB3-C271-B03C-6479-F7DBFE8FA090}"/>
          </ac:picMkLst>
        </pc:picChg>
      </pc:sldChg>
      <pc:sldChg chg="addSp delSp modSp mod">
        <pc:chgData name="Asritha balusumilli" userId="1012fdaae4fe6ee3" providerId="LiveId" clId="{1F81AB69-08B3-44CC-A5BB-6FAD2C88A656}" dt="2026-09-29T04:23:54.214" v="61" actId="1036"/>
        <pc:sldMkLst>
          <pc:docMk/>
          <pc:sldMk cId="2155254174" sldId="276"/>
        </pc:sldMkLst>
        <pc:picChg chg="add mod">
          <ac:chgData name="Asritha balusumilli" userId="1012fdaae4fe6ee3" providerId="LiveId" clId="{1F81AB69-08B3-44CC-A5BB-6FAD2C88A656}" dt="2026-09-29T04:23:54.214" v="61" actId="1036"/>
          <ac:picMkLst>
            <pc:docMk/>
            <pc:sldMk cId="2155254174" sldId="276"/>
            <ac:picMk id="4" creationId="{E50982D1-545F-E191-C407-0561B391D3F7}"/>
          </ac:picMkLst>
        </pc:picChg>
        <pc:picChg chg="del">
          <ac:chgData name="Asritha balusumilli" userId="1012fdaae4fe6ee3" providerId="LiveId" clId="{1F81AB69-08B3-44CC-A5BB-6FAD2C88A656}" dt="2026-09-29T04:23:38.477" v="58" actId="478"/>
          <ac:picMkLst>
            <pc:docMk/>
            <pc:sldMk cId="2155254174" sldId="276"/>
            <ac:picMk id="12" creationId="{3FA6BA4A-9998-8309-DCFA-A99C1AC28016}"/>
          </ac:picMkLst>
        </pc:picChg>
      </pc:sldChg>
      <pc:sldChg chg="addSp delSp modSp mod">
        <pc:chgData name="Asritha balusumilli" userId="1012fdaae4fe6ee3" providerId="LiveId" clId="{1F81AB69-08B3-44CC-A5BB-6FAD2C88A656}" dt="2026-09-29T04:24:34.252" v="70" actId="14100"/>
        <pc:sldMkLst>
          <pc:docMk/>
          <pc:sldMk cId="1178881220" sldId="277"/>
        </pc:sldMkLst>
        <pc:picChg chg="add mod">
          <ac:chgData name="Asritha balusumilli" userId="1012fdaae4fe6ee3" providerId="LiveId" clId="{1F81AB69-08B3-44CC-A5BB-6FAD2C88A656}" dt="2026-09-29T04:24:17.937" v="66" actId="14100"/>
          <ac:picMkLst>
            <pc:docMk/>
            <pc:sldMk cId="1178881220" sldId="277"/>
            <ac:picMk id="5" creationId="{316C0D0B-8B1B-E84A-3C1F-EC8CD606D20D}"/>
          </ac:picMkLst>
        </pc:picChg>
        <pc:picChg chg="del">
          <ac:chgData name="Asritha balusumilli" userId="1012fdaae4fe6ee3" providerId="LiveId" clId="{1F81AB69-08B3-44CC-A5BB-6FAD2C88A656}" dt="2026-09-29T04:23:59.367" v="62" actId="478"/>
          <ac:picMkLst>
            <pc:docMk/>
            <pc:sldMk cId="1178881220" sldId="277"/>
            <ac:picMk id="8" creationId="{45339A0E-E48B-B242-59A4-29CC3E02E83F}"/>
          </ac:picMkLst>
        </pc:picChg>
        <pc:picChg chg="add mod">
          <ac:chgData name="Asritha balusumilli" userId="1012fdaae4fe6ee3" providerId="LiveId" clId="{1F81AB69-08B3-44CC-A5BB-6FAD2C88A656}" dt="2026-09-29T04:24:34.252" v="70" actId="14100"/>
          <ac:picMkLst>
            <pc:docMk/>
            <pc:sldMk cId="1178881220" sldId="277"/>
            <ac:picMk id="9" creationId="{DFC816AE-A873-04E8-353E-E9510F10B7B9}"/>
          </ac:picMkLst>
        </pc:picChg>
        <pc:picChg chg="del">
          <ac:chgData name="Asritha balusumilli" userId="1012fdaae4fe6ee3" providerId="LiveId" clId="{1F81AB69-08B3-44CC-A5BB-6FAD2C88A656}" dt="2026-09-29T04:24:19.373" v="67" actId="478"/>
          <ac:picMkLst>
            <pc:docMk/>
            <pc:sldMk cId="1178881220" sldId="277"/>
            <ac:picMk id="10" creationId="{84F313B2-D2DF-EC95-2517-EE342F1DAC30}"/>
          </ac:picMkLst>
        </pc:picChg>
      </pc:sldChg>
      <pc:sldChg chg="addSp delSp modSp mod">
        <pc:chgData name="Asritha balusumilli" userId="1012fdaae4fe6ee3" providerId="LiveId" clId="{1F81AB69-08B3-44CC-A5BB-6FAD2C88A656}" dt="2026-09-29T04:37:45.469" v="342" actId="1076"/>
        <pc:sldMkLst>
          <pc:docMk/>
          <pc:sldMk cId="3472778612" sldId="283"/>
        </pc:sldMkLst>
        <pc:spChg chg="add mod">
          <ac:chgData name="Asritha balusumilli" userId="1012fdaae4fe6ee3" providerId="LiveId" clId="{1F81AB69-08B3-44CC-A5BB-6FAD2C88A656}" dt="2026-09-29T04:37:45.469" v="342" actId="1076"/>
          <ac:spMkLst>
            <pc:docMk/>
            <pc:sldMk cId="3472778612" sldId="283"/>
            <ac:spMk id="3" creationId="{C94230E7-CEB3-C77A-3BCE-3D1024B5FCB3}"/>
          </ac:spMkLst>
        </pc:spChg>
        <pc:graphicFrameChg chg="del mod">
          <ac:chgData name="Asritha balusumilli" userId="1012fdaae4fe6ee3" providerId="LiveId" clId="{1F81AB69-08B3-44CC-A5BB-6FAD2C88A656}" dt="2026-09-29T04:37:10.597" v="337" actId="478"/>
          <ac:graphicFrameMkLst>
            <pc:docMk/>
            <pc:sldMk cId="3472778612" sldId="283"/>
            <ac:graphicFrameMk id="16" creationId="{1813579B-170B-6925-F54C-530E0663E33F}"/>
          </ac:graphicFrameMkLst>
        </pc:graphicFrameChg>
      </pc:sldChg>
      <pc:sldChg chg="addSp delSp modSp mod">
        <pc:chgData name="Asritha balusumilli" userId="1012fdaae4fe6ee3" providerId="LiveId" clId="{1F81AB69-08B3-44CC-A5BB-6FAD2C88A656}" dt="2026-09-29T04:40:28.369" v="404" actId="1076"/>
        <pc:sldMkLst>
          <pc:docMk/>
          <pc:sldMk cId="3012919490" sldId="285"/>
        </pc:sldMkLst>
        <pc:spChg chg="mod">
          <ac:chgData name="Asritha balusumilli" userId="1012fdaae4fe6ee3" providerId="LiveId" clId="{1F81AB69-08B3-44CC-A5BB-6FAD2C88A656}" dt="2026-09-29T04:24:55.683" v="92" actId="20577"/>
          <ac:spMkLst>
            <pc:docMk/>
            <pc:sldMk cId="3012919490" sldId="285"/>
            <ac:spMk id="3" creationId="{BF316435-F593-85E9-2B6D-8420A6137D79}"/>
          </ac:spMkLst>
        </pc:spChg>
        <pc:spChg chg="add mod">
          <ac:chgData name="Asritha balusumilli" userId="1012fdaae4fe6ee3" providerId="LiveId" clId="{1F81AB69-08B3-44CC-A5BB-6FAD2C88A656}" dt="2026-09-29T04:40:28.369" v="404" actId="1076"/>
          <ac:spMkLst>
            <pc:docMk/>
            <pc:sldMk cId="3012919490" sldId="285"/>
            <ac:spMk id="4" creationId="{D4774609-3ED2-A22F-4A74-09E416E40300}"/>
          </ac:spMkLst>
        </pc:spChg>
        <pc:graphicFrameChg chg="del">
          <ac:chgData name="Asritha balusumilli" userId="1012fdaae4fe6ee3" providerId="LiveId" clId="{1F81AB69-08B3-44CC-A5BB-6FAD2C88A656}" dt="2026-09-29T04:40:10.747" v="402" actId="478"/>
          <ac:graphicFrameMkLst>
            <pc:docMk/>
            <pc:sldMk cId="3012919490" sldId="285"/>
            <ac:graphicFrameMk id="10" creationId="{22718866-D262-10B0-41BF-A042643079B5}"/>
          </ac:graphicFrameMkLst>
        </pc:graphicFrameChg>
      </pc:sldChg>
      <pc:sldChg chg="addSp modSp mod">
        <pc:chgData name="Asritha balusumilli" userId="1012fdaae4fe6ee3" providerId="LiveId" clId="{1F81AB69-08B3-44CC-A5BB-6FAD2C88A656}" dt="2026-09-29T04:25:20.025" v="122" actId="255"/>
        <pc:sldMkLst>
          <pc:docMk/>
          <pc:sldMk cId="4169931086" sldId="286"/>
        </pc:sldMkLst>
        <pc:spChg chg="add mod">
          <ac:chgData name="Asritha balusumilli" userId="1012fdaae4fe6ee3" providerId="LiveId" clId="{1F81AB69-08B3-44CC-A5BB-6FAD2C88A656}" dt="2026-09-29T04:25:20.025" v="122" actId="255"/>
          <ac:spMkLst>
            <pc:docMk/>
            <pc:sldMk cId="4169931086" sldId="286"/>
            <ac:spMk id="2" creationId="{FAC1A956-5E2A-77E1-889D-0AC3B89273D4}"/>
          </ac:spMkLst>
        </pc:spChg>
      </pc:sldChg>
      <pc:sldChg chg="addSp modSp mod">
        <pc:chgData name="Asritha balusumilli" userId="1012fdaae4fe6ee3" providerId="LiveId" clId="{1F81AB69-08B3-44CC-A5BB-6FAD2C88A656}" dt="2026-09-29T04:25:43.118" v="152" actId="207"/>
        <pc:sldMkLst>
          <pc:docMk/>
          <pc:sldMk cId="1424517853" sldId="288"/>
        </pc:sldMkLst>
        <pc:spChg chg="add mod">
          <ac:chgData name="Asritha balusumilli" userId="1012fdaae4fe6ee3" providerId="LiveId" clId="{1F81AB69-08B3-44CC-A5BB-6FAD2C88A656}" dt="2026-09-29T04:25:43.118" v="152" actId="207"/>
          <ac:spMkLst>
            <pc:docMk/>
            <pc:sldMk cId="1424517853" sldId="288"/>
            <ac:spMk id="2" creationId="{26317BD9-4007-472A-974A-8044DF271EE1}"/>
          </ac:spMkLst>
        </pc:spChg>
      </pc:sldChg>
      <pc:sldChg chg="modSp mod">
        <pc:chgData name="Asritha balusumilli" userId="1012fdaae4fe6ee3" providerId="LiveId" clId="{1F81AB69-08B3-44CC-A5BB-6FAD2C88A656}" dt="2026-09-29T04:30:02.616" v="258" actId="20577"/>
        <pc:sldMkLst>
          <pc:docMk/>
          <pc:sldMk cId="306124412" sldId="293"/>
        </pc:sldMkLst>
        <pc:spChg chg="mod">
          <ac:chgData name="Asritha balusumilli" userId="1012fdaae4fe6ee3" providerId="LiveId" clId="{1F81AB69-08B3-44CC-A5BB-6FAD2C88A656}" dt="2026-09-29T04:30:02.616" v="258" actId="20577"/>
          <ac:spMkLst>
            <pc:docMk/>
            <pc:sldMk cId="306124412" sldId="293"/>
            <ac:spMk id="3" creationId="{98A47B15-CCAA-823C-7C39-ED08B0DD39A0}"/>
          </ac:spMkLst>
        </pc:spChg>
      </pc:sldChg>
      <pc:sldChg chg="addSp delSp modSp new mod">
        <pc:chgData name="Asritha balusumilli" userId="1012fdaae4fe6ee3" providerId="LiveId" clId="{1F81AB69-08B3-44CC-A5BB-6FAD2C88A656}" dt="2026-09-29T04:21:47.400" v="39" actId="22"/>
        <pc:sldMkLst>
          <pc:docMk/>
          <pc:sldMk cId="3058039568" sldId="296"/>
        </pc:sldMkLst>
        <pc:spChg chg="del">
          <ac:chgData name="Asritha balusumilli" userId="1012fdaae4fe6ee3" providerId="LiveId" clId="{1F81AB69-08B3-44CC-A5BB-6FAD2C88A656}" dt="2026-09-29T04:20:59.445" v="2" actId="478"/>
          <ac:spMkLst>
            <pc:docMk/>
            <pc:sldMk cId="3058039568" sldId="296"/>
            <ac:spMk id="2" creationId="{657C05A4-92F8-02F1-B14A-3C598C5233FB}"/>
          </ac:spMkLst>
        </pc:spChg>
        <pc:spChg chg="del">
          <ac:chgData name="Asritha balusumilli" userId="1012fdaae4fe6ee3" providerId="LiveId" clId="{1F81AB69-08B3-44CC-A5BB-6FAD2C88A656}" dt="2026-09-29T04:21:01.284" v="3" actId="478"/>
          <ac:spMkLst>
            <pc:docMk/>
            <pc:sldMk cId="3058039568" sldId="296"/>
            <ac:spMk id="3" creationId="{4A16A3D3-821B-0244-7AEE-B43D74887FF5}"/>
          </ac:spMkLst>
        </pc:spChg>
        <pc:spChg chg="del">
          <ac:chgData name="Asritha balusumilli" userId="1012fdaae4fe6ee3" providerId="LiveId" clId="{1F81AB69-08B3-44CC-A5BB-6FAD2C88A656}" dt="2026-09-29T04:20:57.780" v="1" actId="478"/>
          <ac:spMkLst>
            <pc:docMk/>
            <pc:sldMk cId="3058039568" sldId="296"/>
            <ac:spMk id="4" creationId="{698ECC56-8C79-2AF6-3465-9F506D7B79D0}"/>
          </ac:spMkLst>
        </pc:spChg>
        <pc:spChg chg="add mod">
          <ac:chgData name="Asritha balusumilli" userId="1012fdaae4fe6ee3" providerId="LiveId" clId="{1F81AB69-08B3-44CC-A5BB-6FAD2C88A656}" dt="2026-09-29T04:21:30.387" v="35" actId="113"/>
          <ac:spMkLst>
            <pc:docMk/>
            <pc:sldMk cId="3058039568" sldId="296"/>
            <ac:spMk id="5" creationId="{B8CA0710-9C79-883E-5E71-9EE574626017}"/>
          </ac:spMkLst>
        </pc:spChg>
        <pc:spChg chg="add mod">
          <ac:chgData name="Asritha balusumilli" userId="1012fdaae4fe6ee3" providerId="LiveId" clId="{1F81AB69-08B3-44CC-A5BB-6FAD2C88A656}" dt="2026-09-29T04:21:34.809" v="38" actId="1076"/>
          <ac:spMkLst>
            <pc:docMk/>
            <pc:sldMk cId="3058039568" sldId="296"/>
            <ac:spMk id="7" creationId="{21B116EE-7D3A-C65A-5907-C342B24AB6A5}"/>
          </ac:spMkLst>
        </pc:spChg>
        <pc:picChg chg="add">
          <ac:chgData name="Asritha balusumilli" userId="1012fdaae4fe6ee3" providerId="LiveId" clId="{1F81AB69-08B3-44CC-A5BB-6FAD2C88A656}" dt="2026-09-29T04:21:47.400" v="39" actId="22"/>
          <ac:picMkLst>
            <pc:docMk/>
            <pc:sldMk cId="3058039568" sldId="296"/>
            <ac:picMk id="9" creationId="{013DEDD4-704B-44F4-2BDF-861E7FE889FD}"/>
          </ac:picMkLst>
        </pc:picChg>
      </pc:sldChg>
      <pc:sldChg chg="addSp modSp new mod">
        <pc:chgData name="Asritha balusumilli" userId="1012fdaae4fe6ee3" providerId="LiveId" clId="{1F81AB69-08B3-44CC-A5BB-6FAD2C88A656}" dt="2026-09-29T04:28:04.182" v="176" actId="22"/>
        <pc:sldMkLst>
          <pc:docMk/>
          <pc:sldMk cId="3215562606" sldId="297"/>
        </pc:sldMkLst>
        <pc:spChg chg="add mod">
          <ac:chgData name="Asritha balusumilli" userId="1012fdaae4fe6ee3" providerId="LiveId" clId="{1F81AB69-08B3-44CC-A5BB-6FAD2C88A656}" dt="2026-09-29T04:27:35.805" v="168" actId="207"/>
          <ac:spMkLst>
            <pc:docMk/>
            <pc:sldMk cId="3215562606" sldId="297"/>
            <ac:spMk id="2" creationId="{3D8746D8-51BB-4ED3-58FF-2E9B52537D91}"/>
          </ac:spMkLst>
        </pc:spChg>
        <pc:spChg chg="add mod">
          <ac:chgData name="Asritha balusumilli" userId="1012fdaae4fe6ee3" providerId="LiveId" clId="{1F81AB69-08B3-44CC-A5BB-6FAD2C88A656}" dt="2026-09-29T04:27:56.675" v="175" actId="255"/>
          <ac:spMkLst>
            <pc:docMk/>
            <pc:sldMk cId="3215562606" sldId="297"/>
            <ac:spMk id="4" creationId="{02645526-4FEE-4524-0E4A-5895EDBDC17B}"/>
          </ac:spMkLst>
        </pc:spChg>
        <pc:picChg chg="add">
          <ac:chgData name="Asritha balusumilli" userId="1012fdaae4fe6ee3" providerId="LiveId" clId="{1F81AB69-08B3-44CC-A5BB-6FAD2C88A656}" dt="2026-09-29T04:28:04.182" v="176" actId="22"/>
          <ac:picMkLst>
            <pc:docMk/>
            <pc:sldMk cId="3215562606" sldId="297"/>
            <ac:picMk id="6" creationId="{7D7364D5-222A-B3A8-5951-C1384EE65C55}"/>
          </ac:picMkLst>
        </pc:picChg>
      </pc:sldChg>
      <pc:sldChg chg="addSp modSp new mod">
        <pc:chgData name="Asritha balusumilli" userId="1012fdaae4fe6ee3" providerId="LiveId" clId="{1F81AB69-08B3-44CC-A5BB-6FAD2C88A656}" dt="2026-09-29T04:29:20.555" v="250" actId="22"/>
        <pc:sldMkLst>
          <pc:docMk/>
          <pc:sldMk cId="2532739696" sldId="298"/>
        </pc:sldMkLst>
        <pc:spChg chg="add mod">
          <ac:chgData name="Asritha balusumilli" userId="1012fdaae4fe6ee3" providerId="LiveId" clId="{1F81AB69-08B3-44CC-A5BB-6FAD2C88A656}" dt="2026-09-29T04:28:34.157" v="180" actId="1076"/>
          <ac:spMkLst>
            <pc:docMk/>
            <pc:sldMk cId="2532739696" sldId="298"/>
            <ac:spMk id="3" creationId="{2F01B3CF-A615-A167-6BF9-740F27BC1B50}"/>
          </ac:spMkLst>
        </pc:spChg>
        <pc:spChg chg="add mod">
          <ac:chgData name="Asritha balusumilli" userId="1012fdaae4fe6ee3" providerId="LiveId" clId="{1F81AB69-08B3-44CC-A5BB-6FAD2C88A656}" dt="2026-09-29T04:29:12.503" v="249" actId="1076"/>
          <ac:spMkLst>
            <pc:docMk/>
            <pc:sldMk cId="2532739696" sldId="298"/>
            <ac:spMk id="4" creationId="{40E1B00E-80D0-DBA7-03CA-9D80D385E2CD}"/>
          </ac:spMkLst>
        </pc:spChg>
        <pc:picChg chg="add">
          <ac:chgData name="Asritha balusumilli" userId="1012fdaae4fe6ee3" providerId="LiveId" clId="{1F81AB69-08B3-44CC-A5BB-6FAD2C88A656}" dt="2026-09-29T04:29:20.555" v="250" actId="22"/>
          <ac:picMkLst>
            <pc:docMk/>
            <pc:sldMk cId="2532739696" sldId="298"/>
            <ac:picMk id="6" creationId="{0D36988D-394D-8022-BCB2-FAF2E1A2E2AC}"/>
          </ac:picMkLst>
        </pc:picChg>
      </pc:sldChg>
      <pc:sldChg chg="addSp delSp modSp new mod">
        <pc:chgData name="Asritha balusumilli" userId="1012fdaae4fe6ee3" providerId="LiveId" clId="{1F81AB69-08B3-44CC-A5BB-6FAD2C88A656}" dt="2026-09-29T04:35:21.745" v="329" actId="22"/>
        <pc:sldMkLst>
          <pc:docMk/>
          <pc:sldMk cId="1102810512" sldId="299"/>
        </pc:sldMkLst>
        <pc:spChg chg="del">
          <ac:chgData name="Asritha balusumilli" userId="1012fdaae4fe6ee3" providerId="LiveId" clId="{1F81AB69-08B3-44CC-A5BB-6FAD2C88A656}" dt="2026-09-29T04:32:59.453" v="261" actId="478"/>
          <ac:spMkLst>
            <pc:docMk/>
            <pc:sldMk cId="1102810512" sldId="299"/>
            <ac:spMk id="2" creationId="{41FA51D1-E255-67C2-DCEC-AEDBA95A3309}"/>
          </ac:spMkLst>
        </pc:spChg>
        <pc:spChg chg="del">
          <ac:chgData name="Asritha balusumilli" userId="1012fdaae4fe6ee3" providerId="LiveId" clId="{1F81AB69-08B3-44CC-A5BB-6FAD2C88A656}" dt="2026-09-29T04:33:03.404" v="262" actId="478"/>
          <ac:spMkLst>
            <pc:docMk/>
            <pc:sldMk cId="1102810512" sldId="299"/>
            <ac:spMk id="3" creationId="{88329A65-EA99-01EA-C5A3-AC32C2A293FB}"/>
          </ac:spMkLst>
        </pc:spChg>
        <pc:spChg chg="del">
          <ac:chgData name="Asritha balusumilli" userId="1012fdaae4fe6ee3" providerId="LiveId" clId="{1F81AB69-08B3-44CC-A5BB-6FAD2C88A656}" dt="2026-09-29T04:32:57.876" v="260" actId="478"/>
          <ac:spMkLst>
            <pc:docMk/>
            <pc:sldMk cId="1102810512" sldId="299"/>
            <ac:spMk id="4" creationId="{58BE35F9-70DB-3D81-C9F5-C0AC8FC22FCB}"/>
          </ac:spMkLst>
        </pc:spChg>
        <pc:spChg chg="add mod">
          <ac:chgData name="Asritha balusumilli" userId="1012fdaae4fe6ee3" providerId="LiveId" clId="{1F81AB69-08B3-44CC-A5BB-6FAD2C88A656}" dt="2026-09-29T04:34:52.954" v="298" actId="6549"/>
          <ac:spMkLst>
            <pc:docMk/>
            <pc:sldMk cId="1102810512" sldId="299"/>
            <ac:spMk id="6" creationId="{37322DD2-4628-FBD6-860E-B115ACAE3B94}"/>
          </ac:spMkLst>
        </pc:spChg>
        <pc:spChg chg="add mod">
          <ac:chgData name="Asritha balusumilli" userId="1012fdaae4fe6ee3" providerId="LiveId" clId="{1F81AB69-08B3-44CC-A5BB-6FAD2C88A656}" dt="2026-09-29T04:35:14.964" v="328" actId="113"/>
          <ac:spMkLst>
            <pc:docMk/>
            <pc:sldMk cId="1102810512" sldId="299"/>
            <ac:spMk id="7" creationId="{7B5D334D-A6FF-CFA5-546A-B3C09762200C}"/>
          </ac:spMkLst>
        </pc:spChg>
        <pc:picChg chg="add">
          <ac:chgData name="Asritha balusumilli" userId="1012fdaae4fe6ee3" providerId="LiveId" clId="{1F81AB69-08B3-44CC-A5BB-6FAD2C88A656}" dt="2026-09-29T04:35:21.745" v="329" actId="22"/>
          <ac:picMkLst>
            <pc:docMk/>
            <pc:sldMk cId="1102810512" sldId="299"/>
            <ac:picMk id="9" creationId="{BF993B81-BD9F-75FC-F160-E90F41695530}"/>
          </ac:picMkLst>
        </pc:picChg>
      </pc:sldChg>
      <pc:sldChg chg="addSp delSp modSp new mod">
        <pc:chgData name="Asritha balusumilli" userId="1012fdaae4fe6ee3" providerId="LiveId" clId="{1F81AB69-08B3-44CC-A5BB-6FAD2C88A656}" dt="2026-09-29T04:46:16.421" v="503" actId="113"/>
        <pc:sldMkLst>
          <pc:docMk/>
          <pc:sldMk cId="3046136183" sldId="300"/>
        </pc:sldMkLst>
        <pc:spChg chg="del">
          <ac:chgData name="Asritha balusumilli" userId="1012fdaae4fe6ee3" providerId="LiveId" clId="{1F81AB69-08B3-44CC-A5BB-6FAD2C88A656}" dt="2026-09-29T04:36:29.433" v="332" actId="478"/>
          <ac:spMkLst>
            <pc:docMk/>
            <pc:sldMk cId="3046136183" sldId="300"/>
            <ac:spMk id="2" creationId="{7D0763B2-6B77-9B49-7F37-0AAE1C327C08}"/>
          </ac:spMkLst>
        </pc:spChg>
        <pc:spChg chg="del">
          <ac:chgData name="Asritha balusumilli" userId="1012fdaae4fe6ee3" providerId="LiveId" clId="{1F81AB69-08B3-44CC-A5BB-6FAD2C88A656}" dt="2026-09-29T04:36:33.515" v="333" actId="478"/>
          <ac:spMkLst>
            <pc:docMk/>
            <pc:sldMk cId="3046136183" sldId="300"/>
            <ac:spMk id="3" creationId="{17CF8DAC-A66B-6EA7-4513-E0C1889AA7A1}"/>
          </ac:spMkLst>
        </pc:spChg>
        <pc:spChg chg="del">
          <ac:chgData name="Asritha balusumilli" userId="1012fdaae4fe6ee3" providerId="LiveId" clId="{1F81AB69-08B3-44CC-A5BB-6FAD2C88A656}" dt="2026-09-29T04:36:24.854" v="331" actId="478"/>
          <ac:spMkLst>
            <pc:docMk/>
            <pc:sldMk cId="3046136183" sldId="300"/>
            <ac:spMk id="4" creationId="{B614C666-E137-3F06-0185-660C5BD3D349}"/>
          </ac:spMkLst>
        </pc:spChg>
        <pc:spChg chg="add del mod">
          <ac:chgData name="Asritha balusumilli" userId="1012fdaae4fe6ee3" providerId="LiveId" clId="{1F81AB69-08B3-44CC-A5BB-6FAD2C88A656}" dt="2026-09-29T04:38:00.475" v="347"/>
          <ac:spMkLst>
            <pc:docMk/>
            <pc:sldMk cId="3046136183" sldId="300"/>
            <ac:spMk id="6" creationId="{2B209584-010E-19AE-A407-33DDAC26E708}"/>
          </ac:spMkLst>
        </pc:spChg>
        <pc:spChg chg="add mod">
          <ac:chgData name="Asritha balusumilli" userId="1012fdaae4fe6ee3" providerId="LiveId" clId="{1F81AB69-08B3-44CC-A5BB-6FAD2C88A656}" dt="2026-09-29T04:38:46.048" v="394" actId="1076"/>
          <ac:spMkLst>
            <pc:docMk/>
            <pc:sldMk cId="3046136183" sldId="300"/>
            <ac:spMk id="9" creationId="{B0178AAA-A12F-403E-B323-CE9CA53EED1F}"/>
          </ac:spMkLst>
        </pc:spChg>
        <pc:spChg chg="add mod">
          <ac:chgData name="Asritha balusumilli" userId="1012fdaae4fe6ee3" providerId="LiveId" clId="{1F81AB69-08B3-44CC-A5BB-6FAD2C88A656}" dt="2026-09-29T04:45:49.218" v="476" actId="1076"/>
          <ac:spMkLst>
            <pc:docMk/>
            <pc:sldMk cId="3046136183" sldId="300"/>
            <ac:spMk id="12" creationId="{27810341-FD77-4EED-9D04-9BB90A3B667E}"/>
          </ac:spMkLst>
        </pc:spChg>
        <pc:spChg chg="add mod">
          <ac:chgData name="Asritha balusumilli" userId="1012fdaae4fe6ee3" providerId="LiveId" clId="{1F81AB69-08B3-44CC-A5BB-6FAD2C88A656}" dt="2026-09-29T04:46:16.421" v="503" actId="113"/>
          <ac:spMkLst>
            <pc:docMk/>
            <pc:sldMk cId="3046136183" sldId="300"/>
            <ac:spMk id="13" creationId="{CB5ACF5D-FA15-B6A1-B21F-9B53CC954287}"/>
          </ac:spMkLst>
        </pc:spChg>
        <pc:graphicFrameChg chg="add mod">
          <ac:chgData name="Asritha balusumilli" userId="1012fdaae4fe6ee3" providerId="LiveId" clId="{1F81AB69-08B3-44CC-A5BB-6FAD2C88A656}" dt="2026-09-29T04:45:41.094" v="473" actId="1076"/>
          <ac:graphicFrameMkLst>
            <pc:docMk/>
            <pc:sldMk cId="3046136183" sldId="300"/>
            <ac:graphicFrameMk id="8" creationId="{B5A46A2B-EC4F-470D-1599-C40B35A10659}"/>
          </ac:graphicFrameMkLst>
        </pc:graphicFrameChg>
        <pc:picChg chg="add">
          <ac:chgData name="Asritha balusumilli" userId="1012fdaae4fe6ee3" providerId="LiveId" clId="{1F81AB69-08B3-44CC-A5BB-6FAD2C88A656}" dt="2026-09-29T04:38:53.168" v="395" actId="22"/>
          <ac:picMkLst>
            <pc:docMk/>
            <pc:sldMk cId="3046136183" sldId="300"/>
            <ac:picMk id="11" creationId="{6FA64093-E8AD-6887-9755-EE7D069F86AF}"/>
          </ac:picMkLst>
        </pc:picChg>
      </pc:sldChg>
      <pc:sldChg chg="addSp delSp modSp new mod">
        <pc:chgData name="Asritha balusumilli" userId="1012fdaae4fe6ee3" providerId="LiveId" clId="{1F81AB69-08B3-44CC-A5BB-6FAD2C88A656}" dt="2026-09-29T04:46:54.159" v="537"/>
        <pc:sldMkLst>
          <pc:docMk/>
          <pc:sldMk cId="1352586473" sldId="301"/>
        </pc:sldMkLst>
        <pc:spChg chg="del">
          <ac:chgData name="Asritha balusumilli" userId="1012fdaae4fe6ee3" providerId="LiveId" clId="{1F81AB69-08B3-44CC-A5BB-6FAD2C88A656}" dt="2026-09-29T04:39:42.813" v="398" actId="478"/>
          <ac:spMkLst>
            <pc:docMk/>
            <pc:sldMk cId="1352586473" sldId="301"/>
            <ac:spMk id="2" creationId="{CA5CAD7F-9BD8-5135-D2BE-FA16462B7F69}"/>
          </ac:spMkLst>
        </pc:spChg>
        <pc:spChg chg="del">
          <ac:chgData name="Asritha balusumilli" userId="1012fdaae4fe6ee3" providerId="LiveId" clId="{1F81AB69-08B3-44CC-A5BB-6FAD2C88A656}" dt="2026-09-29T04:39:47.559" v="399" actId="478"/>
          <ac:spMkLst>
            <pc:docMk/>
            <pc:sldMk cId="1352586473" sldId="301"/>
            <ac:spMk id="3" creationId="{49AE292B-AF6F-D27F-9DE3-9C75155E9F7E}"/>
          </ac:spMkLst>
        </pc:spChg>
        <pc:spChg chg="del">
          <ac:chgData name="Asritha balusumilli" userId="1012fdaae4fe6ee3" providerId="LiveId" clId="{1F81AB69-08B3-44CC-A5BB-6FAD2C88A656}" dt="2026-09-29T04:39:39.531" v="397" actId="478"/>
          <ac:spMkLst>
            <pc:docMk/>
            <pc:sldMk cId="1352586473" sldId="301"/>
            <ac:spMk id="4" creationId="{4F51360A-7EB0-F45E-EB47-1B3FC1FF68B7}"/>
          </ac:spMkLst>
        </pc:spChg>
        <pc:spChg chg="add mod">
          <ac:chgData name="Asritha balusumilli" userId="1012fdaae4fe6ee3" providerId="LiveId" clId="{1F81AB69-08B3-44CC-A5BB-6FAD2C88A656}" dt="2026-09-29T04:41:01.109" v="437" actId="113"/>
          <ac:spMkLst>
            <pc:docMk/>
            <pc:sldMk cId="1352586473" sldId="301"/>
            <ac:spMk id="7" creationId="{6E0052CA-E157-9F50-7290-CC9E9A0E27F7}"/>
          </ac:spMkLst>
        </pc:spChg>
        <pc:spChg chg="add del mod">
          <ac:chgData name="Asritha balusumilli" userId="1012fdaae4fe6ee3" providerId="LiveId" clId="{1F81AB69-08B3-44CC-A5BB-6FAD2C88A656}" dt="2026-09-29T04:46:54.159" v="537"/>
          <ac:spMkLst>
            <pc:docMk/>
            <pc:sldMk cId="1352586473" sldId="301"/>
            <ac:spMk id="11" creationId="{CD3CEDBC-7A3B-0F16-565C-F858B79840D1}"/>
          </ac:spMkLst>
        </pc:spChg>
        <pc:spChg chg="add mod">
          <ac:chgData name="Asritha balusumilli" userId="1012fdaae4fe6ee3" providerId="LiveId" clId="{1F81AB69-08B3-44CC-A5BB-6FAD2C88A656}" dt="2026-09-29T04:46:52.769" v="535" actId="20577"/>
          <ac:spMkLst>
            <pc:docMk/>
            <pc:sldMk cId="1352586473" sldId="301"/>
            <ac:spMk id="12" creationId="{0023B213-4C22-5D66-3EFC-398526AEA218}"/>
          </ac:spMkLst>
        </pc:spChg>
        <pc:graphicFrameChg chg="add mod">
          <ac:chgData name="Asritha balusumilli" userId="1012fdaae4fe6ee3" providerId="LiveId" clId="{1F81AB69-08B3-44CC-A5BB-6FAD2C88A656}" dt="2026-09-29T04:43:49.638" v="440" actId="1076"/>
          <ac:graphicFrameMkLst>
            <pc:docMk/>
            <pc:sldMk cId="1352586473" sldId="301"/>
            <ac:graphicFrameMk id="6" creationId="{4DBC2E06-CEAB-64DC-8685-09AA0C569AA2}"/>
          </ac:graphicFrameMkLst>
        </pc:graphicFrameChg>
        <pc:picChg chg="add">
          <ac:chgData name="Asritha balusumilli" userId="1012fdaae4fe6ee3" providerId="LiveId" clId="{1F81AB69-08B3-44CC-A5BB-6FAD2C88A656}" dt="2026-09-29T04:41:08.061" v="438" actId="22"/>
          <ac:picMkLst>
            <pc:docMk/>
            <pc:sldMk cId="1352586473" sldId="301"/>
            <ac:picMk id="9" creationId="{EEEC0011-C89A-ED2C-C807-D5D4425ECA5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5B69-222A-99D8-5034-BD956FBD72D0}"/>
              </a:ext>
            </a:extLst>
          </p:cNvPr>
          <p:cNvSpPr txBox="1">
            <a:spLocks noGrp="1"/>
          </p:cNvSpPr>
          <p:nvPr>
            <p:ph type="ctrTitle"/>
          </p:nvPr>
        </p:nvSpPr>
        <p:spPr>
          <a:xfrm>
            <a:off x="685800" y="2130423"/>
            <a:ext cx="7772400" cy="1470026"/>
          </a:xfrm>
        </p:spPr>
        <p:txBody>
          <a:bodyPr/>
          <a:lstStyle>
            <a:lvl1pPr>
              <a:defRPr/>
            </a:lvl1pPr>
          </a:lstStyle>
          <a:p>
            <a:pPr lvl="0"/>
            <a:r>
              <a:rPr lang="en-US"/>
              <a:t>Click to edit Master title style</a:t>
            </a:r>
          </a:p>
        </p:txBody>
      </p:sp>
      <p:sp>
        <p:nvSpPr>
          <p:cNvPr id="3" name="Subtitle 2">
            <a:extLst>
              <a:ext uri="{FF2B5EF4-FFF2-40B4-BE49-F238E27FC236}">
                <a16:creationId xmlns:a16="http://schemas.microsoft.com/office/drawing/2014/main" id="{7086DAC4-F248-2FC5-B0FD-0A3CAA92022F}"/>
              </a:ext>
            </a:extLst>
          </p:cNvPr>
          <p:cNvSpPr txBox="1">
            <a:spLocks noGrp="1"/>
          </p:cNvSpPr>
          <p:nvPr>
            <p:ph type="subTitle" idx="1"/>
          </p:nvPr>
        </p:nvSpPr>
        <p:spPr>
          <a:xfrm>
            <a:off x="1371600" y="3886200"/>
            <a:ext cx="6400800" cy="1752603"/>
          </a:xfrm>
        </p:spPr>
        <p:txBody>
          <a:bodyPr anchorCtr="1"/>
          <a:lstStyle>
            <a:lvl1pPr marL="0" indent="0" algn="ctr">
              <a:buNone/>
              <a:defRPr>
                <a:solidFill>
                  <a:srgbClr val="898989"/>
                </a:solidFill>
              </a:defRPr>
            </a:lvl1pPr>
          </a:lstStyle>
          <a:p>
            <a:pPr lvl="0"/>
            <a:r>
              <a:rPr lang="en-US"/>
              <a:t>Click to edit Master subtitle style</a:t>
            </a:r>
          </a:p>
        </p:txBody>
      </p:sp>
      <p:sp>
        <p:nvSpPr>
          <p:cNvPr id="4" name="Date Placeholder 3">
            <a:extLst>
              <a:ext uri="{FF2B5EF4-FFF2-40B4-BE49-F238E27FC236}">
                <a16:creationId xmlns:a16="http://schemas.microsoft.com/office/drawing/2014/main" id="{B4D2D386-53B7-AE7F-C37F-C7F3F2313633}"/>
              </a:ext>
            </a:extLst>
          </p:cNvPr>
          <p:cNvSpPr txBox="1">
            <a:spLocks noGrp="1"/>
          </p:cNvSpPr>
          <p:nvPr>
            <p:ph type="dt" sz="half" idx="7"/>
          </p:nvPr>
        </p:nvSpPr>
        <p:spPr/>
        <p:txBody>
          <a:bodyPr/>
          <a:lstStyle>
            <a:lvl1pPr>
              <a:defRPr/>
            </a:lvl1pPr>
          </a:lstStyle>
          <a:p>
            <a:pPr lvl="0"/>
            <a:fld id="{8E04B47F-0DCE-4322-AA9D-92AA31EF9ADB}" type="datetime1">
              <a:rPr lang="en-US"/>
              <a:pPr lvl="0"/>
              <a:t>9/29/2026</a:t>
            </a:fld>
            <a:endParaRPr lang="en-US" dirty="0"/>
          </a:p>
        </p:txBody>
      </p:sp>
      <p:sp>
        <p:nvSpPr>
          <p:cNvPr id="5" name="Footer Placeholder 4">
            <a:extLst>
              <a:ext uri="{FF2B5EF4-FFF2-40B4-BE49-F238E27FC236}">
                <a16:creationId xmlns:a16="http://schemas.microsoft.com/office/drawing/2014/main" id="{97E796D7-14B1-AC35-466A-BE0179250A95}"/>
              </a:ext>
            </a:extLst>
          </p:cNvPr>
          <p:cNvSpPr txBox="1">
            <a:spLocks noGrp="1"/>
          </p:cNvSpPr>
          <p:nvPr>
            <p:ph type="ftr" sz="quarter" idx="9"/>
          </p:nvPr>
        </p:nvSpPr>
        <p:spPr/>
        <p:txBody>
          <a:bodyPr/>
          <a:lstStyle>
            <a:lvl1pPr>
              <a:defRPr/>
            </a:lvl1pPr>
          </a:lstStyle>
          <a:p>
            <a:pPr lvl="0"/>
            <a:endParaRPr lang="en-US" dirty="0"/>
          </a:p>
        </p:txBody>
      </p:sp>
      <p:sp>
        <p:nvSpPr>
          <p:cNvPr id="6" name="Slide Number Placeholder 5">
            <a:extLst>
              <a:ext uri="{FF2B5EF4-FFF2-40B4-BE49-F238E27FC236}">
                <a16:creationId xmlns:a16="http://schemas.microsoft.com/office/drawing/2014/main" id="{7FE84110-354E-0F5D-4A06-3C43139E6652}"/>
              </a:ext>
            </a:extLst>
          </p:cNvPr>
          <p:cNvSpPr txBox="1">
            <a:spLocks noGrp="1"/>
          </p:cNvSpPr>
          <p:nvPr>
            <p:ph type="sldNum" sz="quarter" idx="8"/>
          </p:nvPr>
        </p:nvSpPr>
        <p:spPr/>
        <p:txBody>
          <a:bodyPr/>
          <a:lstStyle>
            <a:lvl1pPr>
              <a:defRPr/>
            </a:lvl1pPr>
          </a:lstStyle>
          <a:p>
            <a:pPr lvl="0"/>
            <a:fld id="{58190FCA-664B-43AC-99DF-6917E871D374}" type="slidenum">
              <a:t>‹#›</a:t>
            </a:fld>
            <a:endParaRPr lang="en-US" dirty="0"/>
          </a:p>
        </p:txBody>
      </p:sp>
    </p:spTree>
    <p:extLst>
      <p:ext uri="{BB962C8B-B14F-4D97-AF65-F5344CB8AC3E}">
        <p14:creationId xmlns:p14="http://schemas.microsoft.com/office/powerpoint/2010/main" val="545423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C6AAB-5438-4152-1A53-FEC1091B04B3}"/>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1E8D4EB1-F0F4-2833-589B-9D06312F7490}"/>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2B36C3-2B39-9CC3-B397-7FF0A7AA9C1A}"/>
              </a:ext>
            </a:extLst>
          </p:cNvPr>
          <p:cNvSpPr txBox="1">
            <a:spLocks noGrp="1"/>
          </p:cNvSpPr>
          <p:nvPr>
            <p:ph type="dt" sz="half" idx="7"/>
          </p:nvPr>
        </p:nvSpPr>
        <p:spPr/>
        <p:txBody>
          <a:bodyPr/>
          <a:lstStyle>
            <a:lvl1pPr>
              <a:defRPr/>
            </a:lvl1pPr>
          </a:lstStyle>
          <a:p>
            <a:pPr lvl="0"/>
            <a:fld id="{C93D128C-B590-4CF6-A1F0-8A9D92B304E8}" type="datetime1">
              <a:rPr lang="en-US"/>
              <a:pPr lvl="0"/>
              <a:t>9/29/2026</a:t>
            </a:fld>
            <a:endParaRPr lang="en-US" dirty="0"/>
          </a:p>
        </p:txBody>
      </p:sp>
      <p:sp>
        <p:nvSpPr>
          <p:cNvPr id="5" name="Footer Placeholder 4">
            <a:extLst>
              <a:ext uri="{FF2B5EF4-FFF2-40B4-BE49-F238E27FC236}">
                <a16:creationId xmlns:a16="http://schemas.microsoft.com/office/drawing/2014/main" id="{CEA300BA-E8DB-96EE-E84D-3E62BD0523B3}"/>
              </a:ext>
            </a:extLst>
          </p:cNvPr>
          <p:cNvSpPr txBox="1">
            <a:spLocks noGrp="1"/>
          </p:cNvSpPr>
          <p:nvPr>
            <p:ph type="ftr" sz="quarter" idx="9"/>
          </p:nvPr>
        </p:nvSpPr>
        <p:spPr/>
        <p:txBody>
          <a:bodyPr/>
          <a:lstStyle>
            <a:lvl1pPr>
              <a:defRPr/>
            </a:lvl1pPr>
          </a:lstStyle>
          <a:p>
            <a:pPr lvl="0"/>
            <a:endParaRPr lang="en-US" dirty="0"/>
          </a:p>
        </p:txBody>
      </p:sp>
      <p:sp>
        <p:nvSpPr>
          <p:cNvPr id="6" name="Slide Number Placeholder 5">
            <a:extLst>
              <a:ext uri="{FF2B5EF4-FFF2-40B4-BE49-F238E27FC236}">
                <a16:creationId xmlns:a16="http://schemas.microsoft.com/office/drawing/2014/main" id="{2710CFF2-15E9-FA40-CB2A-7AA6FDA34258}"/>
              </a:ext>
            </a:extLst>
          </p:cNvPr>
          <p:cNvSpPr txBox="1">
            <a:spLocks noGrp="1"/>
          </p:cNvSpPr>
          <p:nvPr>
            <p:ph type="sldNum" sz="quarter" idx="8"/>
          </p:nvPr>
        </p:nvSpPr>
        <p:spPr/>
        <p:txBody>
          <a:bodyPr/>
          <a:lstStyle>
            <a:lvl1pPr>
              <a:defRPr/>
            </a:lvl1pPr>
          </a:lstStyle>
          <a:p>
            <a:pPr lvl="0"/>
            <a:fld id="{3EEFB42B-0AA7-4E3E-877D-5646A7F50109}" type="slidenum">
              <a:t>‹#›</a:t>
            </a:fld>
            <a:endParaRPr lang="en-US" dirty="0"/>
          </a:p>
        </p:txBody>
      </p:sp>
    </p:spTree>
    <p:extLst>
      <p:ext uri="{BB962C8B-B14F-4D97-AF65-F5344CB8AC3E}">
        <p14:creationId xmlns:p14="http://schemas.microsoft.com/office/powerpoint/2010/main" val="2003733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1068D-3206-3886-08A0-6504EFDB13BE}"/>
              </a:ext>
            </a:extLst>
          </p:cNvPr>
          <p:cNvSpPr txBox="1">
            <a:spLocks noGrp="1"/>
          </p:cNvSpPr>
          <p:nvPr>
            <p:ph type="title"/>
          </p:nvPr>
        </p:nvSpPr>
        <p:spPr>
          <a:xfrm>
            <a:off x="722311" y="4406895"/>
            <a:ext cx="7772400" cy="1362071"/>
          </a:xfrm>
        </p:spPr>
        <p:txBody>
          <a:bodyPr anchor="t" anchorCtr="0"/>
          <a:lstStyle>
            <a:lvl1pPr algn="l">
              <a:defRPr sz="4000" b="1" cap="all"/>
            </a:lvl1pPr>
          </a:lstStyle>
          <a:p>
            <a:pPr lvl="0"/>
            <a:r>
              <a:rPr lang="en-US"/>
              <a:t>Click to edit Master title style</a:t>
            </a:r>
          </a:p>
        </p:txBody>
      </p:sp>
      <p:sp>
        <p:nvSpPr>
          <p:cNvPr id="3" name="Text Placeholder 2">
            <a:extLst>
              <a:ext uri="{FF2B5EF4-FFF2-40B4-BE49-F238E27FC236}">
                <a16:creationId xmlns:a16="http://schemas.microsoft.com/office/drawing/2014/main" id="{1CC36870-40B7-BB31-2DA3-73A88A500618}"/>
              </a:ext>
            </a:extLst>
          </p:cNvPr>
          <p:cNvSpPr txBox="1">
            <a:spLocks noGrp="1"/>
          </p:cNvSpPr>
          <p:nvPr>
            <p:ph type="body" idx="1"/>
          </p:nvPr>
        </p:nvSpPr>
        <p:spPr>
          <a:xfrm>
            <a:off x="722311" y="2906713"/>
            <a:ext cx="7772400" cy="1500182"/>
          </a:xfrm>
        </p:spPr>
        <p:txBody>
          <a:bodyPr anchor="b"/>
          <a:lstStyle>
            <a:lvl1pPr marL="0" indent="0">
              <a:spcBef>
                <a:spcPts val="500"/>
              </a:spcBef>
              <a:buNone/>
              <a:defRPr sz="20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0D3BC9CD-171E-03BD-ED12-6128F5DAAD3D}"/>
              </a:ext>
            </a:extLst>
          </p:cNvPr>
          <p:cNvSpPr txBox="1">
            <a:spLocks noGrp="1"/>
          </p:cNvSpPr>
          <p:nvPr>
            <p:ph type="dt" sz="half" idx="7"/>
          </p:nvPr>
        </p:nvSpPr>
        <p:spPr/>
        <p:txBody>
          <a:bodyPr/>
          <a:lstStyle>
            <a:lvl1pPr>
              <a:defRPr/>
            </a:lvl1pPr>
          </a:lstStyle>
          <a:p>
            <a:pPr lvl="0"/>
            <a:fld id="{8295DF39-4BA0-4293-97A0-DE5B7F42FA52}" type="datetime1">
              <a:rPr lang="en-US"/>
              <a:pPr lvl="0"/>
              <a:t>9/29/2026</a:t>
            </a:fld>
            <a:endParaRPr lang="en-US" dirty="0"/>
          </a:p>
        </p:txBody>
      </p:sp>
      <p:sp>
        <p:nvSpPr>
          <p:cNvPr id="5" name="Footer Placeholder 4">
            <a:extLst>
              <a:ext uri="{FF2B5EF4-FFF2-40B4-BE49-F238E27FC236}">
                <a16:creationId xmlns:a16="http://schemas.microsoft.com/office/drawing/2014/main" id="{63267DFA-3BAB-2060-E537-DFF017F54514}"/>
              </a:ext>
            </a:extLst>
          </p:cNvPr>
          <p:cNvSpPr txBox="1">
            <a:spLocks noGrp="1"/>
          </p:cNvSpPr>
          <p:nvPr>
            <p:ph type="ftr" sz="quarter" idx="9"/>
          </p:nvPr>
        </p:nvSpPr>
        <p:spPr/>
        <p:txBody>
          <a:bodyPr/>
          <a:lstStyle>
            <a:lvl1pPr>
              <a:defRPr/>
            </a:lvl1pPr>
          </a:lstStyle>
          <a:p>
            <a:pPr lvl="0"/>
            <a:endParaRPr lang="en-US" dirty="0"/>
          </a:p>
        </p:txBody>
      </p:sp>
      <p:sp>
        <p:nvSpPr>
          <p:cNvPr id="6" name="Slide Number Placeholder 5">
            <a:extLst>
              <a:ext uri="{FF2B5EF4-FFF2-40B4-BE49-F238E27FC236}">
                <a16:creationId xmlns:a16="http://schemas.microsoft.com/office/drawing/2014/main" id="{051118C3-ABEC-6EBD-A926-22E004E8AD64}"/>
              </a:ext>
            </a:extLst>
          </p:cNvPr>
          <p:cNvSpPr txBox="1">
            <a:spLocks noGrp="1"/>
          </p:cNvSpPr>
          <p:nvPr>
            <p:ph type="sldNum" sz="quarter" idx="8"/>
          </p:nvPr>
        </p:nvSpPr>
        <p:spPr/>
        <p:txBody>
          <a:bodyPr/>
          <a:lstStyle>
            <a:lvl1pPr>
              <a:defRPr/>
            </a:lvl1pPr>
          </a:lstStyle>
          <a:p>
            <a:pPr lvl="0"/>
            <a:fld id="{D06D17E8-9623-4F2A-B185-D538CBAF7599}" type="slidenum">
              <a:t>‹#›</a:t>
            </a:fld>
            <a:endParaRPr lang="en-US" dirty="0"/>
          </a:p>
        </p:txBody>
      </p:sp>
    </p:spTree>
    <p:extLst>
      <p:ext uri="{BB962C8B-B14F-4D97-AF65-F5344CB8AC3E}">
        <p14:creationId xmlns:p14="http://schemas.microsoft.com/office/powerpoint/2010/main" val="655128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88556-E1ED-7DB7-B445-AD1C261E150C}"/>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1D7B31AE-AD12-DA8A-0DD3-3D969760E711}"/>
              </a:ext>
            </a:extLst>
          </p:cNvPr>
          <p:cNvSpPr txBox="1">
            <a:spLocks noGrp="1"/>
          </p:cNvSpPr>
          <p:nvPr>
            <p:ph idx="1"/>
          </p:nvPr>
        </p:nvSpPr>
        <p:spPr>
          <a:xfrm>
            <a:off x="457200" y="1600200"/>
            <a:ext cx="4038603" cy="4525959"/>
          </a:xfrm>
        </p:spPr>
        <p:txBody>
          <a:bodyPr/>
          <a:lstStyle>
            <a:lvl1pPr>
              <a:spcBef>
                <a:spcPts val="700"/>
              </a:spcBef>
              <a:defRPr sz="2800"/>
            </a:lvl1pPr>
            <a:lvl2pPr>
              <a:spcBef>
                <a:spcPts val="600"/>
              </a:spcBef>
              <a:defRPr sz="2400"/>
            </a:lvl2pPr>
            <a:lvl3pPr>
              <a:spcBef>
                <a:spcPts val="500"/>
              </a:spcBef>
              <a:defRPr sz="2000"/>
            </a:lvl3pPr>
            <a:lvl4pPr>
              <a:spcBef>
                <a:spcPts val="400"/>
              </a:spcBef>
              <a:defRPr sz="1800"/>
            </a:lvl4pPr>
            <a:lvl5pPr>
              <a:spcBef>
                <a:spcPts val="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64B143-B19F-289E-3E33-02C12F6009C2}"/>
              </a:ext>
            </a:extLst>
          </p:cNvPr>
          <p:cNvSpPr txBox="1">
            <a:spLocks noGrp="1"/>
          </p:cNvSpPr>
          <p:nvPr>
            <p:ph idx="2"/>
          </p:nvPr>
        </p:nvSpPr>
        <p:spPr>
          <a:xfrm>
            <a:off x="4648196" y="1600200"/>
            <a:ext cx="4038603" cy="4525959"/>
          </a:xfrm>
        </p:spPr>
        <p:txBody>
          <a:bodyPr/>
          <a:lstStyle>
            <a:lvl1pPr>
              <a:spcBef>
                <a:spcPts val="700"/>
              </a:spcBef>
              <a:defRPr sz="2800"/>
            </a:lvl1pPr>
            <a:lvl2pPr>
              <a:spcBef>
                <a:spcPts val="600"/>
              </a:spcBef>
              <a:defRPr sz="2400"/>
            </a:lvl2pPr>
            <a:lvl3pPr>
              <a:spcBef>
                <a:spcPts val="500"/>
              </a:spcBef>
              <a:defRPr sz="2000"/>
            </a:lvl3pPr>
            <a:lvl4pPr>
              <a:spcBef>
                <a:spcPts val="400"/>
              </a:spcBef>
              <a:defRPr sz="1800"/>
            </a:lvl4pPr>
            <a:lvl5pPr>
              <a:spcBef>
                <a:spcPts val="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C09D53-EF56-C371-037C-1644B7C11326}"/>
              </a:ext>
            </a:extLst>
          </p:cNvPr>
          <p:cNvSpPr txBox="1">
            <a:spLocks noGrp="1"/>
          </p:cNvSpPr>
          <p:nvPr>
            <p:ph type="dt" sz="half" idx="7"/>
          </p:nvPr>
        </p:nvSpPr>
        <p:spPr/>
        <p:txBody>
          <a:bodyPr/>
          <a:lstStyle>
            <a:lvl1pPr>
              <a:defRPr/>
            </a:lvl1pPr>
          </a:lstStyle>
          <a:p>
            <a:pPr lvl="0"/>
            <a:fld id="{1959EC01-485E-47E2-BD5B-4A624D8DEEDA}" type="datetime1">
              <a:rPr lang="en-US"/>
              <a:pPr lvl="0"/>
              <a:t>9/29/2026</a:t>
            </a:fld>
            <a:endParaRPr lang="en-US" dirty="0"/>
          </a:p>
        </p:txBody>
      </p:sp>
      <p:sp>
        <p:nvSpPr>
          <p:cNvPr id="6" name="Footer Placeholder 5">
            <a:extLst>
              <a:ext uri="{FF2B5EF4-FFF2-40B4-BE49-F238E27FC236}">
                <a16:creationId xmlns:a16="http://schemas.microsoft.com/office/drawing/2014/main" id="{9784576D-AFCB-DFCA-D1C8-514DE4A221BA}"/>
              </a:ext>
            </a:extLst>
          </p:cNvPr>
          <p:cNvSpPr txBox="1">
            <a:spLocks noGrp="1"/>
          </p:cNvSpPr>
          <p:nvPr>
            <p:ph type="ftr" sz="quarter" idx="9"/>
          </p:nvPr>
        </p:nvSpPr>
        <p:spPr/>
        <p:txBody>
          <a:bodyPr/>
          <a:lstStyle>
            <a:lvl1pPr>
              <a:defRPr/>
            </a:lvl1pPr>
          </a:lstStyle>
          <a:p>
            <a:pPr lvl="0"/>
            <a:endParaRPr lang="en-US" dirty="0"/>
          </a:p>
        </p:txBody>
      </p:sp>
      <p:sp>
        <p:nvSpPr>
          <p:cNvPr id="7" name="Slide Number Placeholder 6">
            <a:extLst>
              <a:ext uri="{FF2B5EF4-FFF2-40B4-BE49-F238E27FC236}">
                <a16:creationId xmlns:a16="http://schemas.microsoft.com/office/drawing/2014/main" id="{B3AFDA5F-5496-6D10-6EDD-1627D32D1D9A}"/>
              </a:ext>
            </a:extLst>
          </p:cNvPr>
          <p:cNvSpPr txBox="1">
            <a:spLocks noGrp="1"/>
          </p:cNvSpPr>
          <p:nvPr>
            <p:ph type="sldNum" sz="quarter" idx="8"/>
          </p:nvPr>
        </p:nvSpPr>
        <p:spPr/>
        <p:txBody>
          <a:bodyPr/>
          <a:lstStyle>
            <a:lvl1pPr>
              <a:defRPr/>
            </a:lvl1pPr>
          </a:lstStyle>
          <a:p>
            <a:pPr lvl="0"/>
            <a:fld id="{0A1B2CBF-3929-4ADE-8A58-1B069AA518D1}" type="slidenum">
              <a:t>‹#›</a:t>
            </a:fld>
            <a:endParaRPr lang="en-US" dirty="0"/>
          </a:p>
        </p:txBody>
      </p:sp>
    </p:spTree>
    <p:extLst>
      <p:ext uri="{BB962C8B-B14F-4D97-AF65-F5344CB8AC3E}">
        <p14:creationId xmlns:p14="http://schemas.microsoft.com/office/powerpoint/2010/main" val="266003044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DA2F-7F04-9B2E-6E2A-89A4102761F4}"/>
              </a:ext>
            </a:extLst>
          </p:cNvPr>
          <p:cNvSpPr txBox="1">
            <a:spLocks noGrp="1"/>
          </p:cNvSpPr>
          <p:nvPr>
            <p:ph type="title"/>
          </p:nvPr>
        </p:nvSpPr>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4B89E52B-F75A-842C-959F-D5907112D256}"/>
              </a:ext>
            </a:extLst>
          </p:cNvPr>
          <p:cNvSpPr txBox="1">
            <a:spLocks noGrp="1"/>
          </p:cNvSpPr>
          <p:nvPr>
            <p:ph type="body" idx="1"/>
          </p:nvPr>
        </p:nvSpPr>
        <p:spPr>
          <a:xfrm>
            <a:off x="457200" y="1535113"/>
            <a:ext cx="4040184" cy="639759"/>
          </a:xfrm>
        </p:spPr>
        <p:txBody>
          <a:bodyPr anchor="b"/>
          <a:lstStyle>
            <a:lvl1pPr marL="0" indent="0">
              <a:spcBef>
                <a:spcPts val="600"/>
              </a:spcBef>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D86A4654-06BD-6C04-7239-33A2BCF96460}"/>
              </a:ext>
            </a:extLst>
          </p:cNvPr>
          <p:cNvSpPr txBox="1">
            <a:spLocks noGrp="1"/>
          </p:cNvSpPr>
          <p:nvPr>
            <p:ph idx="2"/>
          </p:nvPr>
        </p:nvSpPr>
        <p:spPr>
          <a:xfrm>
            <a:off x="457200" y="2174872"/>
            <a:ext cx="4040184" cy="3951286"/>
          </a:xfrm>
        </p:spPr>
        <p:txBody>
          <a:bodyPr/>
          <a:lstStyle>
            <a:lvl1pPr>
              <a:spcBef>
                <a:spcPts val="600"/>
              </a:spcBef>
              <a:defRPr sz="2400"/>
            </a:lvl1pPr>
            <a:lvl2pPr>
              <a:spcBef>
                <a:spcPts val="500"/>
              </a:spcBef>
              <a:defRPr sz="2000"/>
            </a:lvl2pPr>
            <a:lvl3pPr>
              <a:spcBef>
                <a:spcPts val="400"/>
              </a:spcBef>
              <a:defRPr sz="1800"/>
            </a:lvl3pPr>
            <a:lvl4pPr>
              <a:spcBef>
                <a:spcPts val="400"/>
              </a:spcBef>
              <a:defRPr sz="1600"/>
            </a:lvl4pPr>
            <a:lvl5pPr>
              <a:spcBef>
                <a:spcPts val="4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54D779-6B63-6445-2716-E95F0B82E0A7}"/>
              </a:ext>
            </a:extLst>
          </p:cNvPr>
          <p:cNvSpPr txBox="1">
            <a:spLocks noGrp="1"/>
          </p:cNvSpPr>
          <p:nvPr>
            <p:ph type="body" idx="3"/>
          </p:nvPr>
        </p:nvSpPr>
        <p:spPr>
          <a:xfrm>
            <a:off x="4645023" y="1535113"/>
            <a:ext cx="4041776" cy="639759"/>
          </a:xfrm>
        </p:spPr>
        <p:txBody>
          <a:bodyPr anchor="b"/>
          <a:lstStyle>
            <a:lvl1pPr marL="0" indent="0">
              <a:spcBef>
                <a:spcPts val="600"/>
              </a:spcBef>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3F9DF926-1664-2D9A-596E-99E6770F3C45}"/>
              </a:ext>
            </a:extLst>
          </p:cNvPr>
          <p:cNvSpPr txBox="1">
            <a:spLocks noGrp="1"/>
          </p:cNvSpPr>
          <p:nvPr>
            <p:ph idx="4"/>
          </p:nvPr>
        </p:nvSpPr>
        <p:spPr>
          <a:xfrm>
            <a:off x="4645023" y="2174872"/>
            <a:ext cx="4041776" cy="3951286"/>
          </a:xfrm>
        </p:spPr>
        <p:txBody>
          <a:bodyPr/>
          <a:lstStyle>
            <a:lvl1pPr>
              <a:spcBef>
                <a:spcPts val="600"/>
              </a:spcBef>
              <a:defRPr sz="2400"/>
            </a:lvl1pPr>
            <a:lvl2pPr>
              <a:spcBef>
                <a:spcPts val="500"/>
              </a:spcBef>
              <a:defRPr sz="2000"/>
            </a:lvl2pPr>
            <a:lvl3pPr>
              <a:spcBef>
                <a:spcPts val="400"/>
              </a:spcBef>
              <a:defRPr sz="1800"/>
            </a:lvl3pPr>
            <a:lvl4pPr>
              <a:spcBef>
                <a:spcPts val="400"/>
              </a:spcBef>
              <a:defRPr sz="1600"/>
            </a:lvl4pPr>
            <a:lvl5pPr>
              <a:spcBef>
                <a:spcPts val="4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5A9C48-19C0-74FA-E5E1-84F687D529E8}"/>
              </a:ext>
            </a:extLst>
          </p:cNvPr>
          <p:cNvSpPr txBox="1">
            <a:spLocks noGrp="1"/>
          </p:cNvSpPr>
          <p:nvPr>
            <p:ph type="dt" sz="half" idx="7"/>
          </p:nvPr>
        </p:nvSpPr>
        <p:spPr/>
        <p:txBody>
          <a:bodyPr/>
          <a:lstStyle>
            <a:lvl1pPr>
              <a:defRPr/>
            </a:lvl1pPr>
          </a:lstStyle>
          <a:p>
            <a:pPr lvl="0"/>
            <a:fld id="{4C6538B6-29C6-47D0-A6F7-0678370E2F07}" type="datetime1">
              <a:rPr lang="en-US"/>
              <a:pPr lvl="0"/>
              <a:t>9/29/2026</a:t>
            </a:fld>
            <a:endParaRPr lang="en-US" dirty="0"/>
          </a:p>
        </p:txBody>
      </p:sp>
      <p:sp>
        <p:nvSpPr>
          <p:cNvPr id="8" name="Footer Placeholder 7">
            <a:extLst>
              <a:ext uri="{FF2B5EF4-FFF2-40B4-BE49-F238E27FC236}">
                <a16:creationId xmlns:a16="http://schemas.microsoft.com/office/drawing/2014/main" id="{4C9B9145-3122-897B-0AC4-C520B436050A}"/>
              </a:ext>
            </a:extLst>
          </p:cNvPr>
          <p:cNvSpPr txBox="1">
            <a:spLocks noGrp="1"/>
          </p:cNvSpPr>
          <p:nvPr>
            <p:ph type="ftr" sz="quarter" idx="9"/>
          </p:nvPr>
        </p:nvSpPr>
        <p:spPr/>
        <p:txBody>
          <a:bodyPr/>
          <a:lstStyle>
            <a:lvl1pPr>
              <a:defRPr/>
            </a:lvl1pPr>
          </a:lstStyle>
          <a:p>
            <a:pPr lvl="0"/>
            <a:endParaRPr lang="en-US" dirty="0"/>
          </a:p>
        </p:txBody>
      </p:sp>
      <p:sp>
        <p:nvSpPr>
          <p:cNvPr id="9" name="Slide Number Placeholder 8">
            <a:extLst>
              <a:ext uri="{FF2B5EF4-FFF2-40B4-BE49-F238E27FC236}">
                <a16:creationId xmlns:a16="http://schemas.microsoft.com/office/drawing/2014/main" id="{1E8833A0-D3B4-E019-B38E-5FE32E140DC8}"/>
              </a:ext>
            </a:extLst>
          </p:cNvPr>
          <p:cNvSpPr txBox="1">
            <a:spLocks noGrp="1"/>
          </p:cNvSpPr>
          <p:nvPr>
            <p:ph type="sldNum" sz="quarter" idx="8"/>
          </p:nvPr>
        </p:nvSpPr>
        <p:spPr/>
        <p:txBody>
          <a:bodyPr/>
          <a:lstStyle>
            <a:lvl1pPr>
              <a:defRPr/>
            </a:lvl1pPr>
          </a:lstStyle>
          <a:p>
            <a:pPr lvl="0"/>
            <a:fld id="{25442E84-1947-4CE3-B622-00F1553B13DB}" type="slidenum">
              <a:t>‹#›</a:t>
            </a:fld>
            <a:endParaRPr lang="en-US" dirty="0"/>
          </a:p>
        </p:txBody>
      </p:sp>
    </p:spTree>
    <p:extLst>
      <p:ext uri="{BB962C8B-B14F-4D97-AF65-F5344CB8AC3E}">
        <p14:creationId xmlns:p14="http://schemas.microsoft.com/office/powerpoint/2010/main" val="2645169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7551E-0E17-F406-7AB6-98CA85FABF04}"/>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a16="http://schemas.microsoft.com/office/drawing/2014/main" id="{75183ADD-D257-729E-59B2-800D816B9296}"/>
              </a:ext>
            </a:extLst>
          </p:cNvPr>
          <p:cNvSpPr txBox="1">
            <a:spLocks noGrp="1"/>
          </p:cNvSpPr>
          <p:nvPr>
            <p:ph type="dt" sz="half" idx="7"/>
          </p:nvPr>
        </p:nvSpPr>
        <p:spPr/>
        <p:txBody>
          <a:bodyPr/>
          <a:lstStyle>
            <a:lvl1pPr>
              <a:defRPr/>
            </a:lvl1pPr>
          </a:lstStyle>
          <a:p>
            <a:pPr lvl="0"/>
            <a:fld id="{2A982E48-4FB8-4EAD-BE91-96D38E28FDCE}" type="datetime1">
              <a:rPr lang="en-US"/>
              <a:pPr lvl="0"/>
              <a:t>9/29/2026</a:t>
            </a:fld>
            <a:endParaRPr lang="en-US" dirty="0"/>
          </a:p>
        </p:txBody>
      </p:sp>
      <p:sp>
        <p:nvSpPr>
          <p:cNvPr id="4" name="Footer Placeholder 3">
            <a:extLst>
              <a:ext uri="{FF2B5EF4-FFF2-40B4-BE49-F238E27FC236}">
                <a16:creationId xmlns:a16="http://schemas.microsoft.com/office/drawing/2014/main" id="{906685B7-EF8C-3386-178C-15DCF8ED4F43}"/>
              </a:ext>
            </a:extLst>
          </p:cNvPr>
          <p:cNvSpPr txBox="1">
            <a:spLocks noGrp="1"/>
          </p:cNvSpPr>
          <p:nvPr>
            <p:ph type="ftr" sz="quarter" idx="9"/>
          </p:nvPr>
        </p:nvSpPr>
        <p:spPr/>
        <p:txBody>
          <a:bodyPr/>
          <a:lstStyle>
            <a:lvl1pPr>
              <a:defRPr/>
            </a:lvl1pPr>
          </a:lstStyle>
          <a:p>
            <a:pPr lvl="0"/>
            <a:endParaRPr lang="en-US" dirty="0"/>
          </a:p>
        </p:txBody>
      </p:sp>
      <p:sp>
        <p:nvSpPr>
          <p:cNvPr id="5" name="Slide Number Placeholder 4">
            <a:extLst>
              <a:ext uri="{FF2B5EF4-FFF2-40B4-BE49-F238E27FC236}">
                <a16:creationId xmlns:a16="http://schemas.microsoft.com/office/drawing/2014/main" id="{4CCC38D6-1CBC-7CD7-A35F-088A51C5F37A}"/>
              </a:ext>
            </a:extLst>
          </p:cNvPr>
          <p:cNvSpPr txBox="1">
            <a:spLocks noGrp="1"/>
          </p:cNvSpPr>
          <p:nvPr>
            <p:ph type="sldNum" sz="quarter" idx="8"/>
          </p:nvPr>
        </p:nvSpPr>
        <p:spPr/>
        <p:txBody>
          <a:bodyPr/>
          <a:lstStyle>
            <a:lvl1pPr>
              <a:defRPr/>
            </a:lvl1pPr>
          </a:lstStyle>
          <a:p>
            <a:pPr lvl="0"/>
            <a:fld id="{41E38824-5338-4DD6-8263-1BECFE55A97E}" type="slidenum">
              <a:t>‹#›</a:t>
            </a:fld>
            <a:endParaRPr lang="en-US" dirty="0"/>
          </a:p>
        </p:txBody>
      </p:sp>
    </p:spTree>
    <p:extLst>
      <p:ext uri="{BB962C8B-B14F-4D97-AF65-F5344CB8AC3E}">
        <p14:creationId xmlns:p14="http://schemas.microsoft.com/office/powerpoint/2010/main" val="1164996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11706A-C541-D58B-3A49-AA4BEBD9F1EE}"/>
              </a:ext>
            </a:extLst>
          </p:cNvPr>
          <p:cNvSpPr txBox="1">
            <a:spLocks noGrp="1"/>
          </p:cNvSpPr>
          <p:nvPr>
            <p:ph type="dt" sz="half" idx="7"/>
          </p:nvPr>
        </p:nvSpPr>
        <p:spPr/>
        <p:txBody>
          <a:bodyPr/>
          <a:lstStyle>
            <a:lvl1pPr>
              <a:defRPr/>
            </a:lvl1pPr>
          </a:lstStyle>
          <a:p>
            <a:pPr lvl="0"/>
            <a:fld id="{D885D3CE-314C-4635-8634-A5C4B67C4BDA}" type="datetime1">
              <a:rPr lang="en-US"/>
              <a:pPr lvl="0"/>
              <a:t>9/29/2026</a:t>
            </a:fld>
            <a:endParaRPr lang="en-US" dirty="0"/>
          </a:p>
        </p:txBody>
      </p:sp>
      <p:sp>
        <p:nvSpPr>
          <p:cNvPr id="3" name="Footer Placeholder 2">
            <a:extLst>
              <a:ext uri="{FF2B5EF4-FFF2-40B4-BE49-F238E27FC236}">
                <a16:creationId xmlns:a16="http://schemas.microsoft.com/office/drawing/2014/main" id="{A070CFAE-3FE2-232C-070A-673DFF3A84C2}"/>
              </a:ext>
            </a:extLst>
          </p:cNvPr>
          <p:cNvSpPr txBox="1">
            <a:spLocks noGrp="1"/>
          </p:cNvSpPr>
          <p:nvPr>
            <p:ph type="ftr" sz="quarter" idx="9"/>
          </p:nvPr>
        </p:nvSpPr>
        <p:spPr/>
        <p:txBody>
          <a:bodyPr/>
          <a:lstStyle>
            <a:lvl1pPr>
              <a:defRPr/>
            </a:lvl1pPr>
          </a:lstStyle>
          <a:p>
            <a:pPr lvl="0"/>
            <a:endParaRPr lang="en-US" dirty="0"/>
          </a:p>
        </p:txBody>
      </p:sp>
      <p:sp>
        <p:nvSpPr>
          <p:cNvPr id="4" name="Slide Number Placeholder 3">
            <a:extLst>
              <a:ext uri="{FF2B5EF4-FFF2-40B4-BE49-F238E27FC236}">
                <a16:creationId xmlns:a16="http://schemas.microsoft.com/office/drawing/2014/main" id="{76C3C6BB-313D-902F-9623-0980F67427A4}"/>
              </a:ext>
            </a:extLst>
          </p:cNvPr>
          <p:cNvSpPr txBox="1">
            <a:spLocks noGrp="1"/>
          </p:cNvSpPr>
          <p:nvPr>
            <p:ph type="sldNum" sz="quarter" idx="8"/>
          </p:nvPr>
        </p:nvSpPr>
        <p:spPr/>
        <p:txBody>
          <a:bodyPr/>
          <a:lstStyle>
            <a:lvl1pPr>
              <a:defRPr/>
            </a:lvl1pPr>
          </a:lstStyle>
          <a:p>
            <a:pPr lvl="0"/>
            <a:fld id="{CDF5E09D-DBAB-4349-9E03-05A08CDCF9D4}" type="slidenum">
              <a:t>‹#›</a:t>
            </a:fld>
            <a:endParaRPr lang="en-US" dirty="0"/>
          </a:p>
        </p:txBody>
      </p:sp>
    </p:spTree>
    <p:extLst>
      <p:ext uri="{BB962C8B-B14F-4D97-AF65-F5344CB8AC3E}">
        <p14:creationId xmlns:p14="http://schemas.microsoft.com/office/powerpoint/2010/main" val="110994711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57B57-630E-4934-86F8-0378D50604F2}"/>
              </a:ext>
            </a:extLst>
          </p:cNvPr>
          <p:cNvSpPr txBox="1">
            <a:spLocks noGrp="1"/>
          </p:cNvSpPr>
          <p:nvPr>
            <p:ph type="title"/>
          </p:nvPr>
        </p:nvSpPr>
        <p:spPr>
          <a:xfrm>
            <a:off x="457200" y="273048"/>
            <a:ext cx="3008311" cy="1162046"/>
          </a:xfrm>
        </p:spPr>
        <p:txBody>
          <a:bodyPr anchor="b" anchorCtr="0"/>
          <a:lstStyle>
            <a:lvl1pPr algn="l">
              <a:defRPr sz="2000" b="1"/>
            </a:lvl1pPr>
          </a:lstStyle>
          <a:p>
            <a:pPr lvl="0"/>
            <a:r>
              <a:rPr lang="en-US"/>
              <a:t>Click to edit Master title style</a:t>
            </a:r>
          </a:p>
        </p:txBody>
      </p:sp>
      <p:sp>
        <p:nvSpPr>
          <p:cNvPr id="3" name="Content Placeholder 2">
            <a:extLst>
              <a:ext uri="{FF2B5EF4-FFF2-40B4-BE49-F238E27FC236}">
                <a16:creationId xmlns:a16="http://schemas.microsoft.com/office/drawing/2014/main" id="{B7EACCCC-3655-9F04-045B-A80BD5B1EB3C}"/>
              </a:ext>
            </a:extLst>
          </p:cNvPr>
          <p:cNvSpPr txBox="1">
            <a:spLocks noGrp="1"/>
          </p:cNvSpPr>
          <p:nvPr>
            <p:ph idx="1"/>
          </p:nvPr>
        </p:nvSpPr>
        <p:spPr>
          <a:xfrm>
            <a:off x="3575047" y="273048"/>
            <a:ext cx="5111752" cy="585311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A7031D-6AA7-CD2E-15BB-AC50459122FF}"/>
              </a:ext>
            </a:extLst>
          </p:cNvPr>
          <p:cNvSpPr txBox="1">
            <a:spLocks noGrp="1"/>
          </p:cNvSpPr>
          <p:nvPr>
            <p:ph type="body" idx="2"/>
          </p:nvPr>
        </p:nvSpPr>
        <p:spPr>
          <a:xfrm>
            <a:off x="457200" y="1435095"/>
            <a:ext cx="3008311" cy="4691064"/>
          </a:xfrm>
        </p:spPr>
        <p:txBody>
          <a:bodyPr/>
          <a:lstStyle>
            <a:lvl1pPr marL="0" indent="0">
              <a:spcBef>
                <a:spcPts val="300"/>
              </a:spcBef>
              <a:buNone/>
              <a:defRPr sz="1400"/>
            </a:lvl1pPr>
          </a:lstStyle>
          <a:p>
            <a:pPr lvl="0"/>
            <a:r>
              <a:rPr lang="en-US"/>
              <a:t>Click to edit Master text styles</a:t>
            </a:r>
          </a:p>
        </p:txBody>
      </p:sp>
      <p:sp>
        <p:nvSpPr>
          <p:cNvPr id="5" name="Date Placeholder 4">
            <a:extLst>
              <a:ext uri="{FF2B5EF4-FFF2-40B4-BE49-F238E27FC236}">
                <a16:creationId xmlns:a16="http://schemas.microsoft.com/office/drawing/2014/main" id="{B3A9B0B1-450D-B95E-B00C-70E8E7CA7286}"/>
              </a:ext>
            </a:extLst>
          </p:cNvPr>
          <p:cNvSpPr txBox="1">
            <a:spLocks noGrp="1"/>
          </p:cNvSpPr>
          <p:nvPr>
            <p:ph type="dt" sz="half" idx="7"/>
          </p:nvPr>
        </p:nvSpPr>
        <p:spPr/>
        <p:txBody>
          <a:bodyPr/>
          <a:lstStyle>
            <a:lvl1pPr>
              <a:defRPr/>
            </a:lvl1pPr>
          </a:lstStyle>
          <a:p>
            <a:pPr lvl="0"/>
            <a:fld id="{B6C2268F-64C4-4C5C-A055-C454F5E8E869}" type="datetime1">
              <a:rPr lang="en-US"/>
              <a:pPr lvl="0"/>
              <a:t>9/29/2026</a:t>
            </a:fld>
            <a:endParaRPr lang="en-US" dirty="0"/>
          </a:p>
        </p:txBody>
      </p:sp>
      <p:sp>
        <p:nvSpPr>
          <p:cNvPr id="6" name="Footer Placeholder 5">
            <a:extLst>
              <a:ext uri="{FF2B5EF4-FFF2-40B4-BE49-F238E27FC236}">
                <a16:creationId xmlns:a16="http://schemas.microsoft.com/office/drawing/2014/main" id="{C06667CC-C7A7-C5EF-44CC-D744E11AF87A}"/>
              </a:ext>
            </a:extLst>
          </p:cNvPr>
          <p:cNvSpPr txBox="1">
            <a:spLocks noGrp="1"/>
          </p:cNvSpPr>
          <p:nvPr>
            <p:ph type="ftr" sz="quarter" idx="9"/>
          </p:nvPr>
        </p:nvSpPr>
        <p:spPr/>
        <p:txBody>
          <a:bodyPr/>
          <a:lstStyle>
            <a:lvl1pPr>
              <a:defRPr/>
            </a:lvl1pPr>
          </a:lstStyle>
          <a:p>
            <a:pPr lvl="0"/>
            <a:endParaRPr lang="en-US" dirty="0"/>
          </a:p>
        </p:txBody>
      </p:sp>
      <p:sp>
        <p:nvSpPr>
          <p:cNvPr id="7" name="Slide Number Placeholder 6">
            <a:extLst>
              <a:ext uri="{FF2B5EF4-FFF2-40B4-BE49-F238E27FC236}">
                <a16:creationId xmlns:a16="http://schemas.microsoft.com/office/drawing/2014/main" id="{E05310C3-D659-EA7F-22F3-AF1A8E4EAF04}"/>
              </a:ext>
            </a:extLst>
          </p:cNvPr>
          <p:cNvSpPr txBox="1">
            <a:spLocks noGrp="1"/>
          </p:cNvSpPr>
          <p:nvPr>
            <p:ph type="sldNum" sz="quarter" idx="8"/>
          </p:nvPr>
        </p:nvSpPr>
        <p:spPr/>
        <p:txBody>
          <a:bodyPr/>
          <a:lstStyle>
            <a:lvl1pPr>
              <a:defRPr/>
            </a:lvl1pPr>
          </a:lstStyle>
          <a:p>
            <a:pPr lvl="0"/>
            <a:fld id="{B686489C-C52E-4525-830A-D07B6273573B}" type="slidenum">
              <a:t>‹#›</a:t>
            </a:fld>
            <a:endParaRPr lang="en-US" dirty="0"/>
          </a:p>
        </p:txBody>
      </p:sp>
    </p:spTree>
    <p:extLst>
      <p:ext uri="{BB962C8B-B14F-4D97-AF65-F5344CB8AC3E}">
        <p14:creationId xmlns:p14="http://schemas.microsoft.com/office/powerpoint/2010/main" val="3104446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15801-D702-DF91-6809-093400928BBF}"/>
              </a:ext>
            </a:extLst>
          </p:cNvPr>
          <p:cNvSpPr txBox="1">
            <a:spLocks noGrp="1"/>
          </p:cNvSpPr>
          <p:nvPr>
            <p:ph type="title"/>
          </p:nvPr>
        </p:nvSpPr>
        <p:spPr>
          <a:xfrm>
            <a:off x="1792288" y="4800600"/>
            <a:ext cx="5486400" cy="566735"/>
          </a:xfrm>
        </p:spPr>
        <p:txBody>
          <a:bodyPr anchor="b" anchorCtr="0"/>
          <a:lstStyle>
            <a:lvl1pPr algn="l">
              <a:defRPr sz="2000" b="1"/>
            </a:lvl1pPr>
          </a:lstStyle>
          <a:p>
            <a:pPr lvl="0"/>
            <a:r>
              <a:rPr lang="en-US"/>
              <a:t>Click to edit Master title style</a:t>
            </a:r>
          </a:p>
        </p:txBody>
      </p:sp>
      <p:sp>
        <p:nvSpPr>
          <p:cNvPr id="3" name="Picture Placeholder 2">
            <a:extLst>
              <a:ext uri="{FF2B5EF4-FFF2-40B4-BE49-F238E27FC236}">
                <a16:creationId xmlns:a16="http://schemas.microsoft.com/office/drawing/2014/main" id="{223875D9-345B-D7E5-F855-4BA3A0A31EB4}"/>
              </a:ext>
            </a:extLst>
          </p:cNvPr>
          <p:cNvSpPr txBox="1">
            <a:spLocks noGrp="1"/>
          </p:cNvSpPr>
          <p:nvPr>
            <p:ph type="pic" idx="1"/>
          </p:nvPr>
        </p:nvSpPr>
        <p:spPr>
          <a:xfrm>
            <a:off x="1792288" y="612776"/>
            <a:ext cx="5486400" cy="4114800"/>
          </a:xfrm>
        </p:spPr>
        <p:txBody>
          <a:bodyPr/>
          <a:lstStyle>
            <a:lvl1pPr marL="0" indent="0">
              <a:buNone/>
              <a:defRPr/>
            </a:lvl1pPr>
          </a:lstStyle>
          <a:p>
            <a:pPr lvl="0"/>
            <a:endParaRPr lang="en-US" dirty="0"/>
          </a:p>
        </p:txBody>
      </p:sp>
      <p:sp>
        <p:nvSpPr>
          <p:cNvPr id="4" name="Text Placeholder 3">
            <a:extLst>
              <a:ext uri="{FF2B5EF4-FFF2-40B4-BE49-F238E27FC236}">
                <a16:creationId xmlns:a16="http://schemas.microsoft.com/office/drawing/2014/main" id="{D04FC731-C765-3865-97C2-5221EEB52911}"/>
              </a:ext>
            </a:extLst>
          </p:cNvPr>
          <p:cNvSpPr txBox="1">
            <a:spLocks noGrp="1"/>
          </p:cNvSpPr>
          <p:nvPr>
            <p:ph type="body" idx="2"/>
          </p:nvPr>
        </p:nvSpPr>
        <p:spPr>
          <a:xfrm>
            <a:off x="1792288" y="5367335"/>
            <a:ext cx="5486400" cy="804864"/>
          </a:xfrm>
        </p:spPr>
        <p:txBody>
          <a:bodyPr/>
          <a:lstStyle>
            <a:lvl1pPr marL="0" indent="0">
              <a:spcBef>
                <a:spcPts val="300"/>
              </a:spcBef>
              <a:buNone/>
              <a:defRPr sz="1400"/>
            </a:lvl1pPr>
          </a:lstStyle>
          <a:p>
            <a:pPr lvl="0"/>
            <a:r>
              <a:rPr lang="en-US"/>
              <a:t>Click to edit Master text styles</a:t>
            </a:r>
          </a:p>
        </p:txBody>
      </p:sp>
      <p:sp>
        <p:nvSpPr>
          <p:cNvPr id="5" name="Date Placeholder 4">
            <a:extLst>
              <a:ext uri="{FF2B5EF4-FFF2-40B4-BE49-F238E27FC236}">
                <a16:creationId xmlns:a16="http://schemas.microsoft.com/office/drawing/2014/main" id="{91657AA1-5D5B-C72B-B309-C81EE8F38633}"/>
              </a:ext>
            </a:extLst>
          </p:cNvPr>
          <p:cNvSpPr txBox="1">
            <a:spLocks noGrp="1"/>
          </p:cNvSpPr>
          <p:nvPr>
            <p:ph type="dt" sz="half" idx="7"/>
          </p:nvPr>
        </p:nvSpPr>
        <p:spPr/>
        <p:txBody>
          <a:bodyPr/>
          <a:lstStyle>
            <a:lvl1pPr>
              <a:defRPr/>
            </a:lvl1pPr>
          </a:lstStyle>
          <a:p>
            <a:pPr lvl="0"/>
            <a:fld id="{F0B214CE-F22E-4F0E-AB6C-CF179B314DA3}" type="datetime1">
              <a:rPr lang="en-US"/>
              <a:pPr lvl="0"/>
              <a:t>9/29/2026</a:t>
            </a:fld>
            <a:endParaRPr lang="en-US" dirty="0"/>
          </a:p>
        </p:txBody>
      </p:sp>
      <p:sp>
        <p:nvSpPr>
          <p:cNvPr id="6" name="Footer Placeholder 5">
            <a:extLst>
              <a:ext uri="{FF2B5EF4-FFF2-40B4-BE49-F238E27FC236}">
                <a16:creationId xmlns:a16="http://schemas.microsoft.com/office/drawing/2014/main" id="{7A744FF5-376F-E35D-60F9-155803988811}"/>
              </a:ext>
            </a:extLst>
          </p:cNvPr>
          <p:cNvSpPr txBox="1">
            <a:spLocks noGrp="1"/>
          </p:cNvSpPr>
          <p:nvPr>
            <p:ph type="ftr" sz="quarter" idx="9"/>
          </p:nvPr>
        </p:nvSpPr>
        <p:spPr/>
        <p:txBody>
          <a:bodyPr/>
          <a:lstStyle>
            <a:lvl1pPr>
              <a:defRPr/>
            </a:lvl1pPr>
          </a:lstStyle>
          <a:p>
            <a:pPr lvl="0"/>
            <a:endParaRPr lang="en-US" dirty="0"/>
          </a:p>
        </p:txBody>
      </p:sp>
      <p:sp>
        <p:nvSpPr>
          <p:cNvPr id="7" name="Slide Number Placeholder 6">
            <a:extLst>
              <a:ext uri="{FF2B5EF4-FFF2-40B4-BE49-F238E27FC236}">
                <a16:creationId xmlns:a16="http://schemas.microsoft.com/office/drawing/2014/main" id="{B4E7D85E-3334-A003-7E7C-2B7F232B2413}"/>
              </a:ext>
            </a:extLst>
          </p:cNvPr>
          <p:cNvSpPr txBox="1">
            <a:spLocks noGrp="1"/>
          </p:cNvSpPr>
          <p:nvPr>
            <p:ph type="sldNum" sz="quarter" idx="8"/>
          </p:nvPr>
        </p:nvSpPr>
        <p:spPr/>
        <p:txBody>
          <a:bodyPr/>
          <a:lstStyle>
            <a:lvl1pPr>
              <a:defRPr/>
            </a:lvl1pPr>
          </a:lstStyle>
          <a:p>
            <a:pPr lvl="0"/>
            <a:fld id="{F4AC3120-5384-41B8-A3C5-BF2EC6727F31}" type="slidenum">
              <a:t>‹#›</a:t>
            </a:fld>
            <a:endParaRPr lang="en-US" dirty="0"/>
          </a:p>
        </p:txBody>
      </p:sp>
    </p:spTree>
    <p:extLst>
      <p:ext uri="{BB962C8B-B14F-4D97-AF65-F5344CB8AC3E}">
        <p14:creationId xmlns:p14="http://schemas.microsoft.com/office/powerpoint/2010/main" val="1222897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7AFBC-B7FA-33D4-7306-8867CE11312F}"/>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FCADCC7A-9FE1-6C74-1C02-B0C4A3EA65E6}"/>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7EB80-B8EE-5BBE-5030-D1627ED7E276}"/>
              </a:ext>
            </a:extLst>
          </p:cNvPr>
          <p:cNvSpPr txBox="1">
            <a:spLocks noGrp="1"/>
          </p:cNvSpPr>
          <p:nvPr>
            <p:ph type="dt" sz="half" idx="7"/>
          </p:nvPr>
        </p:nvSpPr>
        <p:spPr/>
        <p:txBody>
          <a:bodyPr/>
          <a:lstStyle>
            <a:lvl1pPr>
              <a:defRPr/>
            </a:lvl1pPr>
          </a:lstStyle>
          <a:p>
            <a:pPr lvl="0"/>
            <a:fld id="{0420CC84-C4B6-4FA0-877A-CDE58FA2C881}" type="datetime1">
              <a:rPr lang="en-US"/>
              <a:pPr lvl="0"/>
              <a:t>9/29/2026</a:t>
            </a:fld>
            <a:endParaRPr lang="en-US" dirty="0"/>
          </a:p>
        </p:txBody>
      </p:sp>
      <p:sp>
        <p:nvSpPr>
          <p:cNvPr id="5" name="Footer Placeholder 4">
            <a:extLst>
              <a:ext uri="{FF2B5EF4-FFF2-40B4-BE49-F238E27FC236}">
                <a16:creationId xmlns:a16="http://schemas.microsoft.com/office/drawing/2014/main" id="{027CEC40-FD57-85EB-BC96-2CE87CC58CA5}"/>
              </a:ext>
            </a:extLst>
          </p:cNvPr>
          <p:cNvSpPr txBox="1">
            <a:spLocks noGrp="1"/>
          </p:cNvSpPr>
          <p:nvPr>
            <p:ph type="ftr" sz="quarter" idx="9"/>
          </p:nvPr>
        </p:nvSpPr>
        <p:spPr/>
        <p:txBody>
          <a:bodyPr/>
          <a:lstStyle>
            <a:lvl1pPr>
              <a:defRPr/>
            </a:lvl1pPr>
          </a:lstStyle>
          <a:p>
            <a:pPr lvl="0"/>
            <a:endParaRPr lang="en-US" dirty="0"/>
          </a:p>
        </p:txBody>
      </p:sp>
      <p:sp>
        <p:nvSpPr>
          <p:cNvPr id="6" name="Slide Number Placeholder 5">
            <a:extLst>
              <a:ext uri="{FF2B5EF4-FFF2-40B4-BE49-F238E27FC236}">
                <a16:creationId xmlns:a16="http://schemas.microsoft.com/office/drawing/2014/main" id="{857E7334-CB5B-EC2F-70F0-2BBC08EF908B}"/>
              </a:ext>
            </a:extLst>
          </p:cNvPr>
          <p:cNvSpPr txBox="1">
            <a:spLocks noGrp="1"/>
          </p:cNvSpPr>
          <p:nvPr>
            <p:ph type="sldNum" sz="quarter" idx="8"/>
          </p:nvPr>
        </p:nvSpPr>
        <p:spPr/>
        <p:txBody>
          <a:bodyPr/>
          <a:lstStyle>
            <a:lvl1pPr>
              <a:defRPr/>
            </a:lvl1pPr>
          </a:lstStyle>
          <a:p>
            <a:pPr lvl="0"/>
            <a:fld id="{B09C61ED-5363-4B9A-ABBD-28009FAB271A}" type="slidenum">
              <a:t>‹#›</a:t>
            </a:fld>
            <a:endParaRPr lang="en-US" dirty="0"/>
          </a:p>
        </p:txBody>
      </p:sp>
    </p:spTree>
    <p:extLst>
      <p:ext uri="{BB962C8B-B14F-4D97-AF65-F5344CB8AC3E}">
        <p14:creationId xmlns:p14="http://schemas.microsoft.com/office/powerpoint/2010/main" val="1260812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DF6986-1F90-1B57-7D44-C030DDECF709}"/>
              </a:ext>
            </a:extLst>
          </p:cNvPr>
          <p:cNvSpPr txBox="1">
            <a:spLocks noGrp="1"/>
          </p:cNvSpPr>
          <p:nvPr>
            <p:ph type="title" orient="vert"/>
          </p:nvPr>
        </p:nvSpPr>
        <p:spPr>
          <a:xfrm>
            <a:off x="6629400" y="274640"/>
            <a:ext cx="2057400" cy="5851529"/>
          </a:xfrm>
        </p:spPr>
        <p:txBody>
          <a:bodyPr vert="eaVert"/>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11AF336A-E30C-F4B3-E528-E53AB01C9178}"/>
              </a:ext>
            </a:extLst>
          </p:cNvPr>
          <p:cNvSpPr txBox="1">
            <a:spLocks noGrp="1"/>
          </p:cNvSpPr>
          <p:nvPr>
            <p:ph type="body" orient="vert" idx="1"/>
          </p:nvPr>
        </p:nvSpPr>
        <p:spPr>
          <a:xfrm>
            <a:off x="457200" y="274640"/>
            <a:ext cx="6019796" cy="5851529"/>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9D9AC4-BBCD-EA7A-E666-828F72809D7B}"/>
              </a:ext>
            </a:extLst>
          </p:cNvPr>
          <p:cNvSpPr txBox="1">
            <a:spLocks noGrp="1"/>
          </p:cNvSpPr>
          <p:nvPr>
            <p:ph type="dt" sz="half" idx="7"/>
          </p:nvPr>
        </p:nvSpPr>
        <p:spPr/>
        <p:txBody>
          <a:bodyPr/>
          <a:lstStyle>
            <a:lvl1pPr>
              <a:defRPr/>
            </a:lvl1pPr>
          </a:lstStyle>
          <a:p>
            <a:pPr lvl="0"/>
            <a:fld id="{385373E0-950C-4EE6-A6B4-E1B2EDF0B1CB}" type="datetime1">
              <a:rPr lang="en-US"/>
              <a:pPr lvl="0"/>
              <a:t>9/29/2026</a:t>
            </a:fld>
            <a:endParaRPr lang="en-US" dirty="0"/>
          </a:p>
        </p:txBody>
      </p:sp>
      <p:sp>
        <p:nvSpPr>
          <p:cNvPr id="5" name="Footer Placeholder 4">
            <a:extLst>
              <a:ext uri="{FF2B5EF4-FFF2-40B4-BE49-F238E27FC236}">
                <a16:creationId xmlns:a16="http://schemas.microsoft.com/office/drawing/2014/main" id="{A10F4C0A-13F3-1BCB-1C8C-FBBD1CC24682}"/>
              </a:ext>
            </a:extLst>
          </p:cNvPr>
          <p:cNvSpPr txBox="1">
            <a:spLocks noGrp="1"/>
          </p:cNvSpPr>
          <p:nvPr>
            <p:ph type="ftr" sz="quarter" idx="9"/>
          </p:nvPr>
        </p:nvSpPr>
        <p:spPr/>
        <p:txBody>
          <a:bodyPr/>
          <a:lstStyle>
            <a:lvl1pPr>
              <a:defRPr/>
            </a:lvl1pPr>
          </a:lstStyle>
          <a:p>
            <a:pPr lvl="0"/>
            <a:endParaRPr lang="en-US" dirty="0"/>
          </a:p>
        </p:txBody>
      </p:sp>
      <p:sp>
        <p:nvSpPr>
          <p:cNvPr id="6" name="Slide Number Placeholder 5">
            <a:extLst>
              <a:ext uri="{FF2B5EF4-FFF2-40B4-BE49-F238E27FC236}">
                <a16:creationId xmlns:a16="http://schemas.microsoft.com/office/drawing/2014/main" id="{2C8E3E22-8892-E3F6-DD9E-45E81256D90B}"/>
              </a:ext>
            </a:extLst>
          </p:cNvPr>
          <p:cNvSpPr txBox="1">
            <a:spLocks noGrp="1"/>
          </p:cNvSpPr>
          <p:nvPr>
            <p:ph type="sldNum" sz="quarter" idx="8"/>
          </p:nvPr>
        </p:nvSpPr>
        <p:spPr/>
        <p:txBody>
          <a:bodyPr/>
          <a:lstStyle>
            <a:lvl1pPr>
              <a:defRPr/>
            </a:lvl1pPr>
          </a:lstStyle>
          <a:p>
            <a:pPr lvl="0"/>
            <a:fld id="{FFD12480-C335-45CA-98E6-5B98E5AF0666}" type="slidenum">
              <a:t>‹#›</a:t>
            </a:fld>
            <a:endParaRPr lang="en-US" dirty="0"/>
          </a:p>
        </p:txBody>
      </p:sp>
    </p:spTree>
    <p:extLst>
      <p:ext uri="{BB962C8B-B14F-4D97-AF65-F5344CB8AC3E}">
        <p14:creationId xmlns:p14="http://schemas.microsoft.com/office/powerpoint/2010/main" val="1648690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267C3B-4E0E-AB4F-D4D1-EAC2D76394C0}"/>
              </a:ext>
            </a:extLst>
          </p:cNvPr>
          <p:cNvSpPr txBox="1">
            <a:spLocks noGrp="1"/>
          </p:cNvSpPr>
          <p:nvPr>
            <p:ph type="title"/>
          </p:nvPr>
        </p:nvSpPr>
        <p:spPr>
          <a:xfrm>
            <a:off x="457200" y="274640"/>
            <a:ext cx="8229600" cy="1143000"/>
          </a:xfrm>
          <a:prstGeom prst="rect">
            <a:avLst/>
          </a:prstGeom>
          <a:noFill/>
          <a:ln>
            <a:noFill/>
          </a:ln>
        </p:spPr>
        <p:txBody>
          <a:bodyPr vert="horz" wrap="square" lIns="91440" tIns="45720" rIns="91440" bIns="45720" anchor="ctr" anchorCtr="1" compatLnSpc="1">
            <a:normAutofit/>
          </a:bodyPr>
          <a:lstStyle/>
          <a:p>
            <a:pPr lvl="0"/>
            <a:r>
              <a:rPr lang="en-US"/>
              <a:t>Click to edit Master title style</a:t>
            </a:r>
          </a:p>
        </p:txBody>
      </p:sp>
      <p:sp>
        <p:nvSpPr>
          <p:cNvPr id="3" name="Text Placeholder 2">
            <a:extLst>
              <a:ext uri="{FF2B5EF4-FFF2-40B4-BE49-F238E27FC236}">
                <a16:creationId xmlns:a16="http://schemas.microsoft.com/office/drawing/2014/main" id="{DE0CE1E1-77F8-47AF-4251-D250B3C35887}"/>
              </a:ext>
            </a:extLst>
          </p:cNvPr>
          <p:cNvSpPr txBox="1">
            <a:spLocks noGrp="1"/>
          </p:cNvSpPr>
          <p:nvPr>
            <p:ph type="body" idx="1"/>
          </p:nvPr>
        </p:nvSpPr>
        <p:spPr>
          <a:xfrm>
            <a:off x="457200" y="1600200"/>
            <a:ext cx="8229600" cy="4525959"/>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95767A-9868-7B03-A8DF-8AC161E1CA1B}"/>
              </a:ext>
            </a:extLst>
          </p:cNvPr>
          <p:cNvSpPr txBox="1">
            <a:spLocks noGrp="1"/>
          </p:cNvSpPr>
          <p:nvPr>
            <p:ph type="dt" sz="half" idx="2"/>
          </p:nvPr>
        </p:nvSpPr>
        <p:spPr>
          <a:xfrm>
            <a:off x="457200" y="6356351"/>
            <a:ext cx="2133596" cy="365129"/>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fld id="{40BEF756-0D26-45AF-9CE3-23BFE57B5083}" type="datetime1">
              <a:rPr lang="en-US"/>
              <a:pPr lvl="0"/>
              <a:t>9/29/2026</a:t>
            </a:fld>
            <a:endParaRPr lang="en-US" dirty="0"/>
          </a:p>
        </p:txBody>
      </p:sp>
      <p:sp>
        <p:nvSpPr>
          <p:cNvPr id="5" name="Footer Placeholder 4">
            <a:extLst>
              <a:ext uri="{FF2B5EF4-FFF2-40B4-BE49-F238E27FC236}">
                <a16:creationId xmlns:a16="http://schemas.microsoft.com/office/drawing/2014/main" id="{6CDDD13D-7DC3-7AD9-5133-752627F55A25}"/>
              </a:ext>
            </a:extLst>
          </p:cNvPr>
          <p:cNvSpPr txBox="1">
            <a:spLocks noGrp="1"/>
          </p:cNvSpPr>
          <p:nvPr>
            <p:ph type="ftr" sz="quarter" idx="3"/>
          </p:nvPr>
        </p:nvSpPr>
        <p:spPr>
          <a:xfrm>
            <a:off x="3124203" y="6356351"/>
            <a:ext cx="2895603" cy="365129"/>
          </a:xfrm>
          <a:prstGeom prst="rect">
            <a:avLst/>
          </a:prstGeom>
          <a:noFill/>
          <a:ln>
            <a:noFill/>
          </a:ln>
        </p:spPr>
        <p:txBody>
          <a:bodyPr vert="horz" wrap="square" lIns="91440" tIns="45720" rIns="91440" bIns="45720" anchor="ctr" anchorCtr="1" compatLnSpc="1">
            <a:noAutofit/>
          </a:bodyPr>
          <a:lstStyle>
            <a:lvl1pPr marL="0" marR="0" lvl="0" indent="0" algn="ctr" defTabSz="4572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endParaRPr lang="en-US" dirty="0"/>
          </a:p>
        </p:txBody>
      </p:sp>
      <p:sp>
        <p:nvSpPr>
          <p:cNvPr id="6" name="Slide Number Placeholder 5">
            <a:extLst>
              <a:ext uri="{FF2B5EF4-FFF2-40B4-BE49-F238E27FC236}">
                <a16:creationId xmlns:a16="http://schemas.microsoft.com/office/drawing/2014/main" id="{47D8AB3C-46AD-8067-0C7A-C6C3E02EB990}"/>
              </a:ext>
            </a:extLst>
          </p:cNvPr>
          <p:cNvSpPr txBox="1">
            <a:spLocks noGrp="1"/>
          </p:cNvSpPr>
          <p:nvPr>
            <p:ph type="sldNum" sz="quarter" idx="4"/>
          </p:nvPr>
        </p:nvSpPr>
        <p:spPr>
          <a:xfrm>
            <a:off x="6553203" y="6356351"/>
            <a:ext cx="2133596" cy="365129"/>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fld id="{698438B8-7DD7-4096-9CCC-5D80A0A6E635}" type="slidenum">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ctr" defTabSz="457200" rtl="0" fontAlgn="auto" hangingPunct="1">
        <a:lnSpc>
          <a:spcPct val="100000"/>
        </a:lnSpc>
        <a:spcBef>
          <a:spcPts val="0"/>
        </a:spcBef>
        <a:spcAft>
          <a:spcPts val="0"/>
        </a:spcAft>
        <a:buNone/>
        <a:tabLst/>
        <a:defRPr lang="en-US" sz="4400" b="0" i="0" u="none" strike="noStrike" kern="1200" cap="none" spc="0" baseline="0">
          <a:solidFill>
            <a:srgbClr val="000000"/>
          </a:solidFill>
          <a:uFillTx/>
          <a:latin typeface="Calibri"/>
        </a:defRPr>
      </a:lvl1pPr>
    </p:titleStyle>
    <p:bodyStyle>
      <a:lvl1pPr marL="342900" marR="0" lvl="0" indent="-342900" algn="l" defTabSz="457200" rtl="0" fontAlgn="auto" hangingPunct="1">
        <a:lnSpc>
          <a:spcPct val="100000"/>
        </a:lnSpc>
        <a:spcBef>
          <a:spcPts val="800"/>
        </a:spcBef>
        <a:spcAft>
          <a:spcPts val="0"/>
        </a:spcAft>
        <a:buSzPct val="100000"/>
        <a:buFont typeface="Arial"/>
        <a:buChar char="•"/>
        <a:tabLst/>
        <a:defRPr lang="en-US" sz="3200" b="0" i="0" u="none" strike="noStrike" kern="1200" cap="none" spc="0" baseline="0">
          <a:solidFill>
            <a:srgbClr val="000000"/>
          </a:solidFill>
          <a:uFillTx/>
          <a:latin typeface="Calibri"/>
        </a:defRPr>
      </a:lvl1pPr>
      <a:lvl2pPr marL="742950" marR="0" lvl="1" indent="-285750" algn="l" defTabSz="457200" rtl="0" fontAlgn="auto" hangingPunct="1">
        <a:lnSpc>
          <a:spcPct val="100000"/>
        </a:lnSpc>
        <a:spcBef>
          <a:spcPts val="700"/>
        </a:spcBef>
        <a:spcAft>
          <a:spcPts val="0"/>
        </a:spcAft>
        <a:buSzPct val="100000"/>
        <a:buFont typeface="Arial"/>
        <a:buChar char="–"/>
        <a:tabLst/>
        <a:defRPr lang="en-US" sz="2800" b="0" i="0" u="none" strike="noStrike" kern="1200" cap="none" spc="0" baseline="0">
          <a:solidFill>
            <a:srgbClr val="000000"/>
          </a:solidFill>
          <a:uFillTx/>
          <a:latin typeface="Calibri"/>
        </a:defRPr>
      </a:lvl2pPr>
      <a:lvl3pPr marL="1143000" marR="0" lvl="2" indent="-228600" algn="l" defTabSz="457200" rtl="0" fontAlgn="auto" hangingPunct="1">
        <a:lnSpc>
          <a:spcPct val="100000"/>
        </a:lnSpc>
        <a:spcBef>
          <a:spcPts val="600"/>
        </a:spcBef>
        <a:spcAft>
          <a:spcPts val="0"/>
        </a:spcAft>
        <a:buSzPct val="100000"/>
        <a:buFont typeface="Arial"/>
        <a:buChar char="•"/>
        <a:tabLst/>
        <a:defRPr lang="en-US" sz="2400" b="0" i="0" u="none" strike="noStrike" kern="1200" cap="none" spc="0" baseline="0">
          <a:solidFill>
            <a:srgbClr val="000000"/>
          </a:solidFill>
          <a:uFillTx/>
          <a:latin typeface="Calibri"/>
        </a:defRPr>
      </a:lvl3pPr>
      <a:lvl4pPr marL="1600200" marR="0" lvl="3" indent="-228600" algn="l" defTabSz="457200" rtl="0" fontAlgn="auto" hangingPunct="1">
        <a:lnSpc>
          <a:spcPct val="100000"/>
        </a:lnSpc>
        <a:spcBef>
          <a:spcPts val="500"/>
        </a:spcBef>
        <a:spcAft>
          <a:spcPts val="0"/>
        </a:spcAft>
        <a:buSzPct val="100000"/>
        <a:buFont typeface="Arial"/>
        <a:buChar char="–"/>
        <a:tabLst/>
        <a:defRPr lang="en-US" sz="2000" b="0" i="0" u="none" strike="noStrike" kern="1200" cap="none" spc="0" baseline="0">
          <a:solidFill>
            <a:srgbClr val="000000"/>
          </a:solidFill>
          <a:uFillTx/>
          <a:latin typeface="Calibri"/>
        </a:defRPr>
      </a:lvl4pPr>
      <a:lvl5pPr marL="2057400" marR="0" lvl="4" indent="-228600" algn="l" defTabSz="457200" rtl="0" fontAlgn="auto" hangingPunct="1">
        <a:lnSpc>
          <a:spcPct val="100000"/>
        </a:lnSpc>
        <a:spcBef>
          <a:spcPts val="500"/>
        </a:spcBef>
        <a:spcAft>
          <a:spcPts val="0"/>
        </a:spcAft>
        <a:buSzPct val="100000"/>
        <a:buFont typeface="Arial"/>
        <a:buChar char="»"/>
        <a:tabLst/>
        <a:defRPr lang="en-US" sz="20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jpeg"/><Relationship Id="rId1" Type="http://schemas.openxmlformats.org/officeDocument/2006/relationships/slideLayout" Target="../slideLayouts/slideLayout8.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jpeg"/><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eg"/><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eg"/><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rgbClr val="FFFFFF"/>
        </a:solidFill>
        <a:effectLst/>
      </p:bgPr>
    </p:bg>
    <p:spTree>
      <p:nvGrpSpPr>
        <p:cNvPr id="1" name=""/>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8A72077A-FDAF-C137-30D8-2A1E5A11602A}"/>
              </a:ext>
            </a:extLst>
          </p:cNvPr>
          <p:cNvPicPr>
            <a:picLocks noChangeAspect="1"/>
          </p:cNvPicPr>
          <p:nvPr/>
        </p:nvPicPr>
        <p:blipFill>
          <a:blip r:embed="rId2"/>
          <a:stretch>
            <a:fillRect/>
          </a:stretch>
        </p:blipFill>
        <p:spPr>
          <a:xfrm>
            <a:off x="0" y="0"/>
            <a:ext cx="12226921" cy="6858000"/>
          </a:xfrm>
          <a:prstGeom prst="rect">
            <a:avLst/>
          </a:prstGeom>
          <a:noFill/>
          <a:ln cap="flat">
            <a:noFill/>
          </a:ln>
          <a:effectLst>
            <a:outerShdw dist="22997" dir="5400000" algn="tl">
              <a:srgbClr val="000000">
                <a:alpha val="35000"/>
              </a:srgbClr>
            </a:outerShdw>
          </a:effectLst>
        </p:spPr>
      </p:pic>
      <p:sp>
        <p:nvSpPr>
          <p:cNvPr id="5" name="TextBox 4">
            <a:extLst>
              <a:ext uri="{FF2B5EF4-FFF2-40B4-BE49-F238E27FC236}">
                <a16:creationId xmlns:a16="http://schemas.microsoft.com/office/drawing/2014/main" id="{10A3FCE5-75C8-509E-BAEC-D65E433227E5}"/>
              </a:ext>
            </a:extLst>
          </p:cNvPr>
          <p:cNvSpPr txBox="1"/>
          <p:nvPr/>
        </p:nvSpPr>
        <p:spPr>
          <a:xfrm>
            <a:off x="571500" y="2052644"/>
            <a:ext cx="11601450" cy="594268"/>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200" rtl="0" fontAlgn="auto" hangingPunct="1">
              <a:lnSpc>
                <a:spcPts val="4680"/>
              </a:lnSpc>
              <a:spcBef>
                <a:spcPts val="0"/>
              </a:spcBef>
              <a:spcAft>
                <a:spcPts val="0"/>
              </a:spcAft>
              <a:buNone/>
              <a:tabLst/>
              <a:defRPr sz="1800" b="0" i="0" u="none" strike="noStrike" kern="0" cap="none" spc="0" baseline="0">
                <a:solidFill>
                  <a:srgbClr val="000000"/>
                </a:solidFill>
                <a:uFillTx/>
              </a:defRPr>
            </a:pPr>
            <a:r>
              <a:rPr lang="en-IN" sz="3900" b="1" i="0" u="none" strike="noStrike" kern="1200" cap="none" spc="0" baseline="0" dirty="0">
                <a:solidFill>
                  <a:srgbClr val="1E3A8A"/>
                </a:solidFill>
                <a:uFillTx/>
                <a:latin typeface="Poppins"/>
              </a:rPr>
              <a:t>Online Shopping System</a:t>
            </a:r>
          </a:p>
        </p:txBody>
      </p:sp>
      <p:pic>
        <p:nvPicPr>
          <p:cNvPr id="10" name="Picture 10">
            <a:extLst>
              <a:ext uri="{FF2B5EF4-FFF2-40B4-BE49-F238E27FC236}">
                <a16:creationId xmlns:a16="http://schemas.microsoft.com/office/drawing/2014/main" id="{33E343E8-936E-6A88-A8D6-02FA2AB61910}"/>
              </a:ext>
            </a:extLst>
          </p:cNvPr>
          <p:cNvPicPr>
            <a:picLocks noChangeAspect="1"/>
          </p:cNvPicPr>
          <p:nvPr/>
        </p:nvPicPr>
        <p:blipFill>
          <a:blip r:embed="rId3"/>
          <a:stretch>
            <a:fillRect/>
          </a:stretch>
        </p:blipFill>
        <p:spPr>
          <a:xfrm>
            <a:off x="8781211" y="81701"/>
            <a:ext cx="3019421" cy="1379344"/>
          </a:xfrm>
          <a:prstGeom prst="rect">
            <a:avLst/>
          </a:prstGeom>
          <a:noFill/>
          <a:ln cap="flat">
            <a:noFill/>
          </a:ln>
          <a:effectLst>
            <a:outerShdw dist="22997" dir="5400000" algn="tl">
              <a:srgbClr val="000000">
                <a:alpha val="35000"/>
              </a:srgbClr>
            </a:outerShdw>
          </a:effectLst>
        </p:spPr>
      </p:pic>
      <p:sp>
        <p:nvSpPr>
          <p:cNvPr id="14" name="Content Placeholder 13">
            <a:extLst>
              <a:ext uri="{FF2B5EF4-FFF2-40B4-BE49-F238E27FC236}">
                <a16:creationId xmlns:a16="http://schemas.microsoft.com/office/drawing/2014/main" id="{DCCD7726-6544-163F-3C61-E61D889F8285}"/>
              </a:ext>
            </a:extLst>
          </p:cNvPr>
          <p:cNvSpPr>
            <a:spLocks noGrp="1"/>
          </p:cNvSpPr>
          <p:nvPr>
            <p:ph idx="1"/>
          </p:nvPr>
        </p:nvSpPr>
        <p:spPr>
          <a:xfrm>
            <a:off x="5427133" y="3149600"/>
            <a:ext cx="5791200" cy="2277533"/>
          </a:xfrm>
        </p:spPr>
        <p:txBody>
          <a:bodyPr/>
          <a:lstStyle/>
          <a:p>
            <a:pPr marL="0" indent="0">
              <a:buNone/>
            </a:pPr>
            <a:r>
              <a:rPr lang="en-IN" sz="2400" b="1" dirty="0">
                <a:solidFill>
                  <a:srgbClr val="1E3A8A"/>
                </a:solidFill>
                <a:latin typeface="Poppins"/>
              </a:rPr>
              <a:t>TEAM MEMBERS</a:t>
            </a:r>
          </a:p>
          <a:p>
            <a:pPr marL="0" indent="0">
              <a:buNone/>
            </a:pPr>
            <a:r>
              <a:rPr lang="en-IN" sz="1800" dirty="0">
                <a:solidFill>
                  <a:schemeClr val="tx1"/>
                </a:solidFill>
                <a:latin typeface="Poppins"/>
              </a:rPr>
              <a:t>B . ASHRITHA VARALAKSHMI			25B11CS083</a:t>
            </a:r>
          </a:p>
          <a:p>
            <a:pPr marL="0" indent="0">
              <a:buNone/>
            </a:pPr>
            <a:r>
              <a:rPr lang="en-IN" sz="1800" dirty="0">
                <a:solidFill>
                  <a:schemeClr val="tx1"/>
                </a:solidFill>
                <a:latin typeface="Poppins"/>
              </a:rPr>
              <a:t>N. SRI SNEHITHA						25B11CS657</a:t>
            </a:r>
          </a:p>
          <a:p>
            <a:pPr marL="0" indent="0">
              <a:buNone/>
            </a:pPr>
            <a:r>
              <a:rPr lang="en-IN" sz="1800" dirty="0">
                <a:solidFill>
                  <a:schemeClr val="tx1"/>
                </a:solidFill>
                <a:latin typeface="Poppins"/>
              </a:rPr>
              <a:t>A. SYAMALADEVI						25B11CS016</a:t>
            </a:r>
          </a:p>
          <a:p>
            <a:pPr marL="0" indent="0">
              <a:buNone/>
            </a:pPr>
            <a:r>
              <a:rPr lang="en-IN" sz="1800" dirty="0">
                <a:solidFill>
                  <a:schemeClr val="tx1"/>
                </a:solidFill>
                <a:latin typeface="Poppins"/>
              </a:rPr>
              <a:t>K. HANSIKA							25B11CS447</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bg>
      <p:bgPr>
        <a:solidFill>
          <a:srgbClr val="FFFFFF"/>
        </a:solidFill>
        <a:effectLst/>
      </p:bgPr>
    </p:bg>
    <p:spTree>
      <p:nvGrpSpPr>
        <p:cNvPr id="1" name=""/>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41C08970-815D-4581-384B-6A11D1E9A432}"/>
              </a:ext>
            </a:extLst>
          </p:cNvPr>
          <p:cNvPicPr>
            <a:picLocks noChangeAspect="1"/>
          </p:cNvPicPr>
          <p:nvPr/>
        </p:nvPicPr>
        <p:blipFill>
          <a:blip r:embed="rId2"/>
          <a:stretch>
            <a:fillRect/>
          </a:stretch>
        </p:blipFill>
        <p:spPr>
          <a:xfrm>
            <a:off x="0" y="0"/>
            <a:ext cx="12191996" cy="6858000"/>
          </a:xfrm>
          <a:prstGeom prst="rect">
            <a:avLst/>
          </a:prstGeom>
          <a:noFill/>
          <a:ln cap="flat">
            <a:noFill/>
          </a:ln>
          <a:effectLst>
            <a:outerShdw dist="22997" dir="5400000" algn="tl">
              <a:srgbClr val="000000">
                <a:alpha val="35000"/>
              </a:srgbClr>
            </a:outerShdw>
          </a:effectLst>
        </p:spPr>
      </p:pic>
      <p:sp>
        <p:nvSpPr>
          <p:cNvPr id="4" name="TextBox 4">
            <a:extLst>
              <a:ext uri="{FF2B5EF4-FFF2-40B4-BE49-F238E27FC236}">
                <a16:creationId xmlns:a16="http://schemas.microsoft.com/office/drawing/2014/main" id="{FF430819-7AD1-D960-D299-36728A7F813F}"/>
              </a:ext>
            </a:extLst>
          </p:cNvPr>
          <p:cNvSpPr txBox="1"/>
          <p:nvPr/>
        </p:nvSpPr>
        <p:spPr>
          <a:xfrm>
            <a:off x="571500" y="476246"/>
            <a:ext cx="11601450" cy="411361"/>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200" rtl="0" fontAlgn="auto" hangingPunct="1">
              <a:lnSpc>
                <a:spcPts val="3240"/>
              </a:lnSpc>
              <a:spcBef>
                <a:spcPts val="0"/>
              </a:spcBef>
              <a:spcAft>
                <a:spcPts val="0"/>
              </a:spcAft>
              <a:buNone/>
              <a:tabLst/>
              <a:defRPr sz="1800" b="0" i="0" u="none" strike="noStrike" kern="0" cap="none" spc="0" baseline="0">
                <a:solidFill>
                  <a:srgbClr val="000000"/>
                </a:solidFill>
                <a:uFillTx/>
              </a:defRPr>
            </a:pPr>
            <a:r>
              <a:rPr lang="en-IN" sz="2700" b="1" i="0" u="none" strike="noStrike" kern="1200" cap="none" spc="0" baseline="0" dirty="0">
                <a:solidFill>
                  <a:srgbClr val="1E3A8A"/>
                </a:solidFill>
                <a:uFillTx/>
                <a:latin typeface="Poppins"/>
              </a:rPr>
              <a:t>Project Abstract </a:t>
            </a:r>
          </a:p>
        </p:txBody>
      </p:sp>
      <p:pic>
        <p:nvPicPr>
          <p:cNvPr id="7" name="Picture 16">
            <a:extLst>
              <a:ext uri="{FF2B5EF4-FFF2-40B4-BE49-F238E27FC236}">
                <a16:creationId xmlns:a16="http://schemas.microsoft.com/office/drawing/2014/main" id="{81F65A30-8D36-21CB-76FC-3973FA6887B4}"/>
              </a:ext>
            </a:extLst>
          </p:cNvPr>
          <p:cNvPicPr>
            <a:picLocks noChangeAspect="1"/>
          </p:cNvPicPr>
          <p:nvPr/>
        </p:nvPicPr>
        <p:blipFill>
          <a:blip r:embed="rId3"/>
          <a:stretch>
            <a:fillRect/>
          </a:stretch>
        </p:blipFill>
        <p:spPr>
          <a:xfrm>
            <a:off x="8762356" y="25749"/>
            <a:ext cx="3019421" cy="1491971"/>
          </a:xfrm>
          <a:prstGeom prst="rect">
            <a:avLst/>
          </a:prstGeom>
          <a:noFill/>
          <a:ln cap="flat">
            <a:noFill/>
          </a:ln>
          <a:effectLst>
            <a:outerShdw dist="22997" dir="5400000" algn="tl">
              <a:srgbClr val="000000">
                <a:alpha val="35000"/>
              </a:srgbClr>
            </a:outerShdw>
          </a:effectLst>
        </p:spPr>
      </p:pic>
      <p:sp>
        <p:nvSpPr>
          <p:cNvPr id="9" name="TextBox 8">
            <a:extLst>
              <a:ext uri="{FF2B5EF4-FFF2-40B4-BE49-F238E27FC236}">
                <a16:creationId xmlns:a16="http://schemas.microsoft.com/office/drawing/2014/main" id="{37B09461-07DB-AC17-EBD8-5D0964A83697}"/>
              </a:ext>
            </a:extLst>
          </p:cNvPr>
          <p:cNvSpPr txBox="1"/>
          <p:nvPr/>
        </p:nvSpPr>
        <p:spPr>
          <a:xfrm>
            <a:off x="866768" y="2069658"/>
            <a:ext cx="8896664" cy="4199611"/>
          </a:xfrm>
          <a:prstGeom prst="rect">
            <a:avLst/>
          </a:prstGeom>
          <a:noFill/>
        </p:spPr>
        <p:txBody>
          <a:bodyPr wrap="square">
            <a:spAutoFit/>
          </a:bodyPr>
          <a:lstStyle/>
          <a:p>
            <a:pPr algn="just">
              <a:lnSpc>
                <a:spcPct val="150000"/>
              </a:lnSpc>
              <a:buNone/>
            </a:pPr>
            <a:r>
              <a:rPr lang="en-IN" sz="2000" dirty="0"/>
              <a:t>The </a:t>
            </a:r>
            <a:r>
              <a:rPr lang="en-IN" sz="2000" b="1" dirty="0"/>
              <a:t>Online Shopping System</a:t>
            </a:r>
            <a:r>
              <a:rPr lang="en-IN" sz="2000" dirty="0"/>
              <a:t> is a database management project designed to manage customers, employees, products, product categories, orders, tracking details, and carts efficiently. The system stores and organizes data using relational tables with </a:t>
            </a:r>
            <a:r>
              <a:rPr lang="en-IN" sz="2000" b="1" dirty="0"/>
              <a:t>primary keys and foreign keys</a:t>
            </a:r>
            <a:r>
              <a:rPr lang="en-IN" sz="2000" dirty="0"/>
              <a:t> to maintain data integrity. An </a:t>
            </a:r>
            <a:r>
              <a:rPr lang="en-IN" sz="2000" b="1" dirty="0"/>
              <a:t>ER diagram, cardinalities, and schema model</a:t>
            </a:r>
            <a:r>
              <a:rPr lang="en-IN" sz="2000" dirty="0"/>
              <a:t> are used to design the database structure. SQL queries are used to insert, retrieve, update, and analyze the data. </a:t>
            </a:r>
            <a:r>
              <a:rPr lang="en-IN" sz="2000" b="1" dirty="0"/>
              <a:t>Normalization up to 3NF</a:t>
            </a:r>
            <a:r>
              <a:rPr lang="en-IN" sz="2000" dirty="0"/>
              <a:t> is applied to reduce data redundancy and avoid insertion, deletion, and update anomalies. Overall, the project provides a structured and efficient database for managing online shopping operations.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14">
    <p:spTree>
      <p:nvGrpSpPr>
        <p:cNvPr id="1" name=""/>
        <p:cNvGrpSpPr/>
        <p:nvPr/>
      </p:nvGrpSpPr>
      <p:grpSpPr>
        <a:xfrm>
          <a:off x="0" y="0"/>
          <a:ext cx="0" cy="0"/>
          <a:chOff x="0" y="0"/>
          <a:chExt cx="0" cy="0"/>
        </a:xfrm>
      </p:grpSpPr>
      <p:sp>
        <p:nvSpPr>
          <p:cNvPr id="5" name="TextBox 17">
            <a:extLst>
              <a:ext uri="{FF2B5EF4-FFF2-40B4-BE49-F238E27FC236}">
                <a16:creationId xmlns:a16="http://schemas.microsoft.com/office/drawing/2014/main" id="{2CFCBF59-E4B9-BF7D-D26D-3401185A066C}"/>
              </a:ext>
            </a:extLst>
          </p:cNvPr>
          <p:cNvSpPr txBox="1"/>
          <p:nvPr/>
        </p:nvSpPr>
        <p:spPr>
          <a:xfrm>
            <a:off x="776746" y="739777"/>
            <a:ext cx="3785012" cy="523219"/>
          </a:xfrm>
          <a:prstGeom prst="rect">
            <a:avLst/>
          </a:prstGeom>
          <a:noFill/>
          <a:ln cap="flat">
            <a:noFill/>
          </a:ln>
          <a:effectLst>
            <a:outerShdw dist="22997" dir="5400000" algn="tl">
              <a:srgbClr val="000000">
                <a:alpha val="35000"/>
              </a:srgbClr>
            </a:outerShdw>
          </a:effectLst>
        </p:spPr>
        <p:txBody>
          <a:bodyPr vert="horz" wrap="non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dirty="0">
                <a:solidFill>
                  <a:srgbClr val="1E3A8A"/>
                </a:solidFill>
                <a:uFillTx/>
                <a:latin typeface="Poppins"/>
              </a:rPr>
              <a:t>Problem Statement</a:t>
            </a:r>
            <a:endParaRPr lang="en-IN" sz="2800" b="0" i="0" u="none" strike="noStrike" kern="1200" cap="none" spc="0" baseline="0" dirty="0">
              <a:solidFill>
                <a:srgbClr val="000000"/>
              </a:solidFill>
              <a:uFillTx/>
              <a:latin typeface="Calibri"/>
            </a:endParaRPr>
          </a:p>
        </p:txBody>
      </p:sp>
      <p:pic>
        <p:nvPicPr>
          <p:cNvPr id="6" name="Picture 3">
            <a:extLst>
              <a:ext uri="{FF2B5EF4-FFF2-40B4-BE49-F238E27FC236}">
                <a16:creationId xmlns:a16="http://schemas.microsoft.com/office/drawing/2014/main" id="{DB5E2E13-A14F-7B26-7C53-2AD41929DCDB}"/>
              </a:ext>
            </a:extLst>
          </p:cNvPr>
          <p:cNvPicPr>
            <a:picLocks noChangeAspect="1"/>
          </p:cNvPicPr>
          <p:nvPr/>
        </p:nvPicPr>
        <p:blipFill>
          <a:blip r:embed="rId2"/>
          <a:stretch>
            <a:fillRect/>
          </a:stretch>
        </p:blipFill>
        <p:spPr>
          <a:xfrm>
            <a:off x="8640942" y="107716"/>
            <a:ext cx="3019421" cy="1266334"/>
          </a:xfrm>
          <a:prstGeom prst="rect">
            <a:avLst/>
          </a:prstGeom>
          <a:noFill/>
          <a:ln cap="flat">
            <a:noFill/>
          </a:ln>
          <a:effectLst>
            <a:outerShdw dist="22997" dir="5400000" algn="tl">
              <a:srgbClr val="000000">
                <a:alpha val="35000"/>
              </a:srgbClr>
            </a:outerShdw>
          </a:effectLst>
        </p:spPr>
      </p:pic>
      <p:sp>
        <p:nvSpPr>
          <p:cNvPr id="9" name="TextBox 8">
            <a:extLst>
              <a:ext uri="{FF2B5EF4-FFF2-40B4-BE49-F238E27FC236}">
                <a16:creationId xmlns:a16="http://schemas.microsoft.com/office/drawing/2014/main" id="{015B3DC1-2257-D7E1-7B26-5376CEB19467}"/>
              </a:ext>
            </a:extLst>
          </p:cNvPr>
          <p:cNvSpPr txBox="1"/>
          <p:nvPr/>
        </p:nvSpPr>
        <p:spPr>
          <a:xfrm>
            <a:off x="1002890" y="2196942"/>
            <a:ext cx="6096000" cy="3170099"/>
          </a:xfrm>
          <a:prstGeom prst="rect">
            <a:avLst/>
          </a:prstGeom>
          <a:noFill/>
        </p:spPr>
        <p:txBody>
          <a:bodyPr wrap="square">
            <a:spAutoFit/>
          </a:bodyPr>
          <a:lstStyle/>
          <a:p>
            <a:pPr marL="457200" lvl="0" indent="-457200">
              <a:buFont typeface="+mj-lt"/>
              <a:buAutoNum type="arabicPeriod"/>
            </a:pPr>
            <a:r>
              <a:rPr lang="en-IN" sz="2000" dirty="0"/>
              <a:t>Managing customer information efficiently.</a:t>
            </a:r>
          </a:p>
          <a:p>
            <a:pPr marL="457200" lvl="0" indent="-457200">
              <a:buFont typeface="+mj-lt"/>
              <a:buAutoNum type="arabicPeriod"/>
            </a:pPr>
            <a:r>
              <a:rPr lang="en-IN" sz="2000" dirty="0"/>
              <a:t>Maintaining product and product category details.</a:t>
            </a:r>
          </a:p>
          <a:p>
            <a:pPr marL="457200" lvl="0" indent="-457200">
              <a:buFont typeface="+mj-lt"/>
              <a:buAutoNum type="arabicPeriod"/>
            </a:pPr>
            <a:r>
              <a:rPr lang="en-IN" sz="2000" dirty="0"/>
              <a:t>Managing orders and order-related information.</a:t>
            </a:r>
          </a:p>
          <a:p>
            <a:pPr marL="457200" lvl="0" indent="-457200">
              <a:buFont typeface="+mj-lt"/>
              <a:buAutoNum type="arabicPeriod"/>
            </a:pPr>
            <a:r>
              <a:rPr lang="en-IN" sz="2000" dirty="0"/>
              <a:t>Tracking the status and location of orders.</a:t>
            </a:r>
          </a:p>
          <a:p>
            <a:pPr marL="457200" lvl="0" indent="-457200">
              <a:buFont typeface="+mj-lt"/>
              <a:buAutoNum type="arabicPeriod"/>
            </a:pPr>
            <a:r>
              <a:rPr lang="en-IN" sz="2000" dirty="0"/>
              <a:t>Managing shopping cart details and quantities.</a:t>
            </a:r>
          </a:p>
          <a:p>
            <a:pPr marL="457200" lvl="0" indent="-457200">
              <a:buFont typeface="+mj-lt"/>
              <a:buAutoNum type="arabicPeriod"/>
            </a:pPr>
            <a:r>
              <a:rPr lang="en-IN" sz="2000" dirty="0"/>
              <a:t>Reducing data redundancy and inconsistency.</a:t>
            </a:r>
          </a:p>
          <a:p>
            <a:pPr marL="457200" lvl="0" indent="-457200">
              <a:buFont typeface="+mj-lt"/>
              <a:buAutoNum type="arabicPeriod"/>
            </a:pPr>
            <a:r>
              <a:rPr lang="en-IN" sz="2000" dirty="0"/>
              <a:t>Maintaining data integrity using primary and foreign keys.</a:t>
            </a:r>
          </a:p>
          <a:p>
            <a:pPr marL="457200" lvl="0" indent="-457200">
              <a:buFont typeface="+mj-lt"/>
              <a:buAutoNum type="arabicPeriod"/>
            </a:pPr>
            <a:r>
              <a:rPr lang="en-IN" sz="2000" dirty="0"/>
              <a:t>Providing easy and efficient access to shopping information using SQL queries.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4">
    <p:bg>
      <p:bgPr>
        <a:solidFill>
          <a:srgbClr val="FFFFFF"/>
        </a:solidFill>
        <a:effectLst/>
      </p:bgPr>
    </p:bg>
    <p:spTree>
      <p:nvGrpSpPr>
        <p:cNvPr id="1" name=""/>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367B6D1D-A10E-E38A-1642-F77462CD4A4E}"/>
              </a:ext>
            </a:extLst>
          </p:cNvPr>
          <p:cNvPicPr>
            <a:picLocks noChangeAspect="1"/>
          </p:cNvPicPr>
          <p:nvPr/>
        </p:nvPicPr>
        <p:blipFill>
          <a:blip r:embed="rId2"/>
          <a:stretch>
            <a:fillRect/>
          </a:stretch>
        </p:blipFill>
        <p:spPr>
          <a:xfrm>
            <a:off x="4" y="0"/>
            <a:ext cx="12191996" cy="6858000"/>
          </a:xfrm>
          <a:prstGeom prst="rect">
            <a:avLst/>
          </a:prstGeom>
          <a:noFill/>
          <a:ln cap="flat">
            <a:noFill/>
          </a:ln>
          <a:effectLst>
            <a:outerShdw dist="22997" dir="5400000" algn="tl">
              <a:srgbClr val="000000">
                <a:alpha val="35000"/>
              </a:srgbClr>
            </a:outerShdw>
          </a:effectLst>
        </p:spPr>
      </p:pic>
      <p:pic>
        <p:nvPicPr>
          <p:cNvPr id="3" name="Picture 2" descr="image.png">
            <a:extLst>
              <a:ext uri="{FF2B5EF4-FFF2-40B4-BE49-F238E27FC236}">
                <a16:creationId xmlns:a16="http://schemas.microsoft.com/office/drawing/2014/main" id="{6652E9FB-CCA7-71AE-B3CA-ABE2A7337F0A}"/>
              </a:ext>
            </a:extLst>
          </p:cNvPr>
          <p:cNvPicPr>
            <a:picLocks noChangeAspect="1"/>
          </p:cNvPicPr>
          <p:nvPr/>
        </p:nvPicPr>
        <p:blipFill>
          <a:blip r:embed="rId3"/>
          <a:stretch>
            <a:fillRect/>
          </a:stretch>
        </p:blipFill>
        <p:spPr>
          <a:xfrm>
            <a:off x="6286500" y="2172888"/>
            <a:ext cx="5333996" cy="3161702"/>
          </a:xfrm>
          <a:prstGeom prst="rect">
            <a:avLst/>
          </a:prstGeom>
          <a:noFill/>
          <a:ln cap="flat">
            <a:noFill/>
          </a:ln>
          <a:effectLst>
            <a:outerShdw dist="22997" dir="5400000" algn="tl">
              <a:srgbClr val="000000">
                <a:alpha val="35000"/>
              </a:srgbClr>
            </a:outerShdw>
          </a:effectLst>
        </p:spPr>
      </p:pic>
      <p:sp>
        <p:nvSpPr>
          <p:cNvPr id="4" name="TextBox 3">
            <a:extLst>
              <a:ext uri="{FF2B5EF4-FFF2-40B4-BE49-F238E27FC236}">
                <a16:creationId xmlns:a16="http://schemas.microsoft.com/office/drawing/2014/main" id="{CAC44669-9886-5A66-E18A-1E7A3B38B386}"/>
              </a:ext>
            </a:extLst>
          </p:cNvPr>
          <p:cNvSpPr txBox="1"/>
          <p:nvPr/>
        </p:nvSpPr>
        <p:spPr>
          <a:xfrm>
            <a:off x="571500" y="476246"/>
            <a:ext cx="11601450" cy="411361"/>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200" rtl="0" fontAlgn="auto" hangingPunct="1">
              <a:lnSpc>
                <a:spcPts val="3240"/>
              </a:lnSpc>
              <a:spcBef>
                <a:spcPts val="0"/>
              </a:spcBef>
              <a:spcAft>
                <a:spcPts val="0"/>
              </a:spcAft>
              <a:buNone/>
              <a:tabLst/>
              <a:defRPr sz="1800" b="0" i="0" u="none" strike="noStrike" kern="0" cap="none" spc="0" baseline="0">
                <a:solidFill>
                  <a:srgbClr val="000000"/>
                </a:solidFill>
                <a:uFillTx/>
              </a:defRPr>
            </a:pPr>
            <a:r>
              <a:rPr lang="en-IN" sz="2700" b="1" i="0" u="none" strike="noStrike" kern="1200" cap="none" spc="0" baseline="0" dirty="0">
                <a:solidFill>
                  <a:srgbClr val="1E3A8A"/>
                </a:solidFill>
                <a:uFillTx/>
                <a:latin typeface="Poppins"/>
              </a:rPr>
              <a:t>Project Objectives</a:t>
            </a:r>
          </a:p>
        </p:txBody>
      </p:sp>
      <p:sp>
        <p:nvSpPr>
          <p:cNvPr id="5" name="TextBox 4">
            <a:extLst>
              <a:ext uri="{FF2B5EF4-FFF2-40B4-BE49-F238E27FC236}">
                <a16:creationId xmlns:a16="http://schemas.microsoft.com/office/drawing/2014/main" id="{FD69774E-1834-6C0E-A474-CBCBA69E7835}"/>
              </a:ext>
            </a:extLst>
          </p:cNvPr>
          <p:cNvSpPr txBox="1"/>
          <p:nvPr/>
        </p:nvSpPr>
        <p:spPr>
          <a:xfrm>
            <a:off x="857250" y="2172888"/>
            <a:ext cx="5048246" cy="250454"/>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200" rtl="0" fontAlgn="auto" hangingPunct="1">
              <a:lnSpc>
                <a:spcPts val="1920"/>
              </a:lnSpc>
              <a:spcBef>
                <a:spcPts val="0"/>
              </a:spcBef>
              <a:spcAft>
                <a:spcPts val="0"/>
              </a:spcAft>
              <a:buNone/>
              <a:tabLst/>
              <a:defRPr sz="1800" b="0" i="0" u="none" strike="noStrike" kern="0" cap="none" spc="0" baseline="0">
                <a:solidFill>
                  <a:srgbClr val="000000"/>
                </a:solidFill>
                <a:uFillTx/>
              </a:defRPr>
            </a:pPr>
            <a:endParaRPr lang="en-IN" sz="2000" b="1" i="0" u="none" strike="noStrike" kern="1200" cap="none" spc="0" baseline="0" dirty="0">
              <a:solidFill>
                <a:srgbClr val="475569"/>
              </a:solidFill>
              <a:uFillTx/>
              <a:latin typeface="Inter"/>
            </a:endParaRPr>
          </a:p>
        </p:txBody>
      </p:sp>
      <p:sp>
        <p:nvSpPr>
          <p:cNvPr id="6" name="TextBox 5">
            <a:extLst>
              <a:ext uri="{FF2B5EF4-FFF2-40B4-BE49-F238E27FC236}">
                <a16:creationId xmlns:a16="http://schemas.microsoft.com/office/drawing/2014/main" id="{E23E3E56-AB22-D529-E8B6-31B700B6F076}"/>
              </a:ext>
            </a:extLst>
          </p:cNvPr>
          <p:cNvSpPr txBox="1"/>
          <p:nvPr/>
        </p:nvSpPr>
        <p:spPr>
          <a:xfrm>
            <a:off x="857250" y="3414707"/>
            <a:ext cx="5048246" cy="250454"/>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200" rtl="0" fontAlgn="auto" hangingPunct="1">
              <a:lnSpc>
                <a:spcPts val="1920"/>
              </a:lnSpc>
              <a:spcBef>
                <a:spcPts val="0"/>
              </a:spcBef>
              <a:spcAft>
                <a:spcPts val="0"/>
              </a:spcAft>
              <a:buNone/>
              <a:tabLst/>
              <a:defRPr sz="1800" b="0" i="0" u="none" strike="noStrike" kern="0" cap="none" spc="0" baseline="0">
                <a:solidFill>
                  <a:srgbClr val="000000"/>
                </a:solidFill>
                <a:uFillTx/>
              </a:defRPr>
            </a:pPr>
            <a:endParaRPr lang="en-IN" sz="2000" b="1" i="0" u="none" strike="noStrike" kern="1200" cap="none" spc="0" baseline="0" dirty="0">
              <a:solidFill>
                <a:srgbClr val="475569"/>
              </a:solidFill>
              <a:uFillTx/>
              <a:latin typeface="Inter"/>
            </a:endParaRPr>
          </a:p>
        </p:txBody>
      </p:sp>
      <p:sp>
        <p:nvSpPr>
          <p:cNvPr id="9" name="TextBox 9">
            <a:extLst>
              <a:ext uri="{FF2B5EF4-FFF2-40B4-BE49-F238E27FC236}">
                <a16:creationId xmlns:a16="http://schemas.microsoft.com/office/drawing/2014/main" id="{068F2943-1C83-778F-97BC-062B53701F29}"/>
              </a:ext>
            </a:extLst>
          </p:cNvPr>
          <p:cNvSpPr txBox="1"/>
          <p:nvPr/>
        </p:nvSpPr>
        <p:spPr>
          <a:xfrm>
            <a:off x="857250" y="2631981"/>
            <a:ext cx="9717712" cy="243656"/>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200" rtl="0" fontAlgn="auto" hangingPunct="1">
              <a:lnSpc>
                <a:spcPts val="192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475569"/>
              </a:solidFill>
              <a:uFillTx/>
              <a:latin typeface="Inter"/>
            </a:endParaRPr>
          </a:p>
        </p:txBody>
      </p:sp>
      <p:sp>
        <p:nvSpPr>
          <p:cNvPr id="11" name="TextBox 11">
            <a:extLst>
              <a:ext uri="{FF2B5EF4-FFF2-40B4-BE49-F238E27FC236}">
                <a16:creationId xmlns:a16="http://schemas.microsoft.com/office/drawing/2014/main" id="{407489D3-73E0-60A2-D43E-774AF4FAE276}"/>
              </a:ext>
            </a:extLst>
          </p:cNvPr>
          <p:cNvSpPr txBox="1"/>
          <p:nvPr/>
        </p:nvSpPr>
        <p:spPr>
          <a:xfrm>
            <a:off x="857250" y="3758613"/>
            <a:ext cx="9318997" cy="243656"/>
          </a:xfrm>
          <a:prstGeom prst="rect">
            <a:avLst/>
          </a:prstGeom>
          <a:noFill/>
          <a:ln cap="flat">
            <a:noFill/>
          </a:ln>
          <a:effectLst>
            <a:outerShdw dist="22997" dir="5400000" algn="tl">
              <a:srgbClr val="000000">
                <a:alpha val="35000"/>
              </a:srgbClr>
            </a:outerShdw>
          </a:effectLst>
        </p:spPr>
        <p:txBody>
          <a:bodyPr vert="horz" wrap="square" lIns="0" tIns="0" rIns="0" bIns="0" anchor="t" anchorCtr="0" compatLnSpc="1">
            <a:spAutoFit/>
          </a:bodyPr>
          <a:lstStyle/>
          <a:p>
            <a:pPr marL="0" marR="0" lvl="0" indent="0" algn="l" defTabSz="457200" rtl="0" fontAlgn="auto" hangingPunct="1">
              <a:lnSpc>
                <a:spcPts val="192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475569"/>
              </a:solidFill>
              <a:uFillTx/>
              <a:latin typeface="Inter"/>
            </a:endParaRPr>
          </a:p>
        </p:txBody>
      </p:sp>
      <p:pic>
        <p:nvPicPr>
          <p:cNvPr id="14" name="Picture 15">
            <a:extLst>
              <a:ext uri="{FF2B5EF4-FFF2-40B4-BE49-F238E27FC236}">
                <a16:creationId xmlns:a16="http://schemas.microsoft.com/office/drawing/2014/main" id="{539A32DA-8939-2AB2-0CF6-AFC53B5B2BD8}"/>
              </a:ext>
            </a:extLst>
          </p:cNvPr>
          <p:cNvPicPr>
            <a:picLocks noChangeAspect="1"/>
          </p:cNvPicPr>
          <p:nvPr/>
        </p:nvPicPr>
        <p:blipFill>
          <a:blip r:embed="rId4"/>
          <a:stretch>
            <a:fillRect/>
          </a:stretch>
        </p:blipFill>
        <p:spPr>
          <a:xfrm>
            <a:off x="8903220" y="0"/>
            <a:ext cx="3019421" cy="1414019"/>
          </a:xfrm>
          <a:prstGeom prst="rect">
            <a:avLst/>
          </a:prstGeom>
          <a:noFill/>
          <a:ln cap="flat">
            <a:noFill/>
          </a:ln>
          <a:effectLst>
            <a:outerShdw dist="22997" dir="5400000" algn="tl">
              <a:srgbClr val="000000">
                <a:alpha val="35000"/>
              </a:srgbClr>
            </a:outerShdw>
          </a:effectLst>
        </p:spPr>
      </p:pic>
      <p:sp>
        <p:nvSpPr>
          <p:cNvPr id="16" name="TextBox 15">
            <a:extLst>
              <a:ext uri="{FF2B5EF4-FFF2-40B4-BE49-F238E27FC236}">
                <a16:creationId xmlns:a16="http://schemas.microsoft.com/office/drawing/2014/main" id="{654EB482-AD62-4265-D4A9-76B9F2CB4933}"/>
              </a:ext>
            </a:extLst>
          </p:cNvPr>
          <p:cNvSpPr txBox="1"/>
          <p:nvPr/>
        </p:nvSpPr>
        <p:spPr>
          <a:xfrm>
            <a:off x="961439" y="2017936"/>
            <a:ext cx="8084237" cy="3170099"/>
          </a:xfrm>
          <a:prstGeom prst="rect">
            <a:avLst/>
          </a:prstGeom>
          <a:noFill/>
        </p:spPr>
        <p:txBody>
          <a:bodyPr wrap="square">
            <a:spAutoFit/>
          </a:bodyPr>
          <a:lstStyle/>
          <a:p>
            <a:pPr marL="457200" lvl="0" indent="-457200">
              <a:buFont typeface="+mj-lt"/>
              <a:buAutoNum type="arabicPeriod"/>
            </a:pPr>
            <a:r>
              <a:rPr lang="en-IN" sz="2000" dirty="0"/>
              <a:t>To design a structured database for managing online shopping information.</a:t>
            </a:r>
          </a:p>
          <a:p>
            <a:pPr marL="457200" lvl="0" indent="-457200">
              <a:buFont typeface="+mj-lt"/>
              <a:buAutoNum type="arabicPeriod"/>
            </a:pPr>
            <a:r>
              <a:rPr lang="en-IN" sz="2000" dirty="0"/>
              <a:t>To efficiently manage customers, employees, products, orders, carts, and tracking details.</a:t>
            </a:r>
          </a:p>
          <a:p>
            <a:pPr marL="457200" lvl="0" indent="-457200">
              <a:buFont typeface="+mj-lt"/>
              <a:buAutoNum type="arabicPeriod"/>
            </a:pPr>
            <a:r>
              <a:rPr lang="en-IN" sz="2000" dirty="0"/>
              <a:t>To establish relationships between tables using primary keys and foreign keys.</a:t>
            </a:r>
          </a:p>
          <a:p>
            <a:pPr marL="457200" lvl="0" indent="-457200">
              <a:buFont typeface="+mj-lt"/>
              <a:buAutoNum type="arabicPeriod"/>
            </a:pPr>
            <a:r>
              <a:rPr lang="en-IN" sz="2000" dirty="0"/>
              <a:t>To reduce data redundancy and maintain data consistency through normalization.</a:t>
            </a:r>
          </a:p>
          <a:p>
            <a:pPr marL="457200" lvl="0" indent="-457200">
              <a:buFont typeface="+mj-lt"/>
              <a:buAutoNum type="arabicPeriod"/>
            </a:pPr>
            <a:r>
              <a:rPr lang="en-IN" sz="2000" dirty="0"/>
              <a:t>To retrieve and manage shopping information efficiently using SQL queries.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CA0710-9C79-883E-5E71-9EE574626017}"/>
              </a:ext>
            </a:extLst>
          </p:cNvPr>
          <p:cNvSpPr txBox="1"/>
          <p:nvPr/>
        </p:nvSpPr>
        <p:spPr>
          <a:xfrm>
            <a:off x="3893574" y="442452"/>
            <a:ext cx="5092869" cy="523220"/>
          </a:xfrm>
          <a:prstGeom prst="rect">
            <a:avLst/>
          </a:prstGeom>
          <a:noFill/>
        </p:spPr>
        <p:txBody>
          <a:bodyPr wrap="none" rtlCol="0">
            <a:spAutoFit/>
          </a:bodyPr>
          <a:lstStyle/>
          <a:p>
            <a:r>
              <a:rPr lang="en-IN" sz="2800" b="1" dirty="0">
                <a:solidFill>
                  <a:schemeClr val="accent1">
                    <a:lumMod val="50000"/>
                  </a:schemeClr>
                </a:solidFill>
              </a:rPr>
              <a:t>REQUIREMENTS AND END USERS</a:t>
            </a:r>
          </a:p>
        </p:txBody>
      </p:sp>
      <p:sp>
        <p:nvSpPr>
          <p:cNvPr id="7" name="TextBox 6">
            <a:extLst>
              <a:ext uri="{FF2B5EF4-FFF2-40B4-BE49-F238E27FC236}">
                <a16:creationId xmlns:a16="http://schemas.microsoft.com/office/drawing/2014/main" id="{21B116EE-7D3A-C65A-5907-C342B24AB6A5}"/>
              </a:ext>
            </a:extLst>
          </p:cNvPr>
          <p:cNvSpPr txBox="1"/>
          <p:nvPr/>
        </p:nvSpPr>
        <p:spPr>
          <a:xfrm>
            <a:off x="1238865" y="965672"/>
            <a:ext cx="6096000" cy="5632311"/>
          </a:xfrm>
          <a:prstGeom prst="rect">
            <a:avLst/>
          </a:prstGeom>
          <a:noFill/>
        </p:spPr>
        <p:txBody>
          <a:bodyPr wrap="square">
            <a:spAutoFit/>
          </a:bodyPr>
          <a:lstStyle/>
          <a:p>
            <a:pPr>
              <a:buNone/>
            </a:pPr>
            <a:r>
              <a:rPr lang="en-IN" b="1" dirty="0"/>
              <a:t>Functional Requirements</a:t>
            </a:r>
          </a:p>
          <a:p>
            <a:pPr>
              <a:buNone/>
            </a:pPr>
            <a:r>
              <a:rPr lang="en-IN" dirty="0"/>
              <a:t>• Add/Edit Customer Details</a:t>
            </a:r>
          </a:p>
          <a:p>
            <a:pPr>
              <a:buNone/>
            </a:pPr>
            <a:r>
              <a:rPr lang="en-IN" dirty="0"/>
              <a:t>• Manage Products and Categories</a:t>
            </a:r>
          </a:p>
          <a:p>
            <a:pPr>
              <a:buNone/>
            </a:pPr>
            <a:r>
              <a:rPr lang="en-IN" dirty="0"/>
              <a:t>• Place and Manage Orders</a:t>
            </a:r>
          </a:p>
          <a:p>
            <a:pPr>
              <a:buNone/>
            </a:pPr>
            <a:r>
              <a:rPr lang="en-IN" dirty="0"/>
              <a:t>• Manage Shopping Cart</a:t>
            </a:r>
          </a:p>
          <a:p>
            <a:pPr>
              <a:buNone/>
            </a:pPr>
            <a:r>
              <a:rPr lang="en-IN" dirty="0"/>
              <a:t>• Track Order Status and Location</a:t>
            </a:r>
          </a:p>
          <a:p>
            <a:pPr>
              <a:buNone/>
            </a:pPr>
            <a:r>
              <a:rPr lang="en-IN" dirty="0"/>
              <a:t>• Store Employee Details</a:t>
            </a:r>
          </a:p>
          <a:p>
            <a:pPr>
              <a:buNone/>
            </a:pPr>
            <a:r>
              <a:rPr lang="en-IN" dirty="0"/>
              <a:t>• Manage User and Payment Details</a:t>
            </a:r>
          </a:p>
          <a:p>
            <a:pPr>
              <a:buNone/>
            </a:pPr>
            <a:r>
              <a:rPr lang="en-IN" b="1" dirty="0"/>
              <a:t>Non-Functional Requirements</a:t>
            </a:r>
          </a:p>
          <a:p>
            <a:pPr>
              <a:buNone/>
            </a:pPr>
            <a:r>
              <a:rPr lang="en-IN" dirty="0"/>
              <a:t>• Security</a:t>
            </a:r>
          </a:p>
          <a:p>
            <a:pPr>
              <a:buNone/>
            </a:pPr>
            <a:r>
              <a:rPr lang="en-IN" dirty="0"/>
              <a:t>• Fast Performance</a:t>
            </a:r>
          </a:p>
          <a:p>
            <a:pPr>
              <a:buNone/>
            </a:pPr>
            <a:r>
              <a:rPr lang="en-IN" dirty="0"/>
              <a:t>• Easy to Use</a:t>
            </a:r>
          </a:p>
          <a:p>
            <a:pPr>
              <a:buNone/>
            </a:pPr>
            <a:r>
              <a:rPr lang="en-IN" dirty="0"/>
              <a:t>• Reliable Database</a:t>
            </a:r>
          </a:p>
          <a:p>
            <a:pPr>
              <a:buNone/>
            </a:pPr>
            <a:r>
              <a:rPr lang="en-IN" dirty="0"/>
              <a:t>• Data Integrity</a:t>
            </a:r>
          </a:p>
          <a:p>
            <a:pPr>
              <a:buNone/>
            </a:pPr>
            <a:r>
              <a:rPr lang="en-IN" dirty="0"/>
              <a:t>• Reduced Data Redundancy</a:t>
            </a:r>
          </a:p>
          <a:p>
            <a:pPr>
              <a:buNone/>
            </a:pPr>
            <a:r>
              <a:rPr lang="en-IN" b="1" dirty="0"/>
              <a:t>End Users</a:t>
            </a:r>
          </a:p>
          <a:p>
            <a:pPr>
              <a:buNone/>
            </a:pPr>
            <a:r>
              <a:rPr lang="en-IN" dirty="0"/>
              <a:t>• Customer</a:t>
            </a:r>
          </a:p>
          <a:p>
            <a:pPr>
              <a:buNone/>
            </a:pPr>
            <a:r>
              <a:rPr lang="en-IN" dirty="0"/>
              <a:t>• Administrator</a:t>
            </a:r>
          </a:p>
          <a:p>
            <a:pPr>
              <a:buNone/>
            </a:pPr>
            <a:r>
              <a:rPr lang="en-IN" dirty="0"/>
              <a:t>• Employee</a:t>
            </a:r>
          </a:p>
          <a:p>
            <a:pPr>
              <a:buNone/>
            </a:pPr>
            <a:r>
              <a:rPr lang="en-IN" dirty="0"/>
              <a:t>• Database Administrator</a:t>
            </a:r>
          </a:p>
        </p:txBody>
      </p:sp>
      <p:pic>
        <p:nvPicPr>
          <p:cNvPr id="9" name="Picture 15">
            <a:extLst>
              <a:ext uri="{FF2B5EF4-FFF2-40B4-BE49-F238E27FC236}">
                <a16:creationId xmlns:a16="http://schemas.microsoft.com/office/drawing/2014/main" id="{013DEDD4-704B-44F4-2BDF-861E7FE889FD}"/>
              </a:ext>
            </a:extLst>
          </p:cNvPr>
          <p:cNvPicPr>
            <a:picLocks noChangeAspect="1"/>
          </p:cNvPicPr>
          <p:nvPr/>
        </p:nvPicPr>
        <p:blipFill>
          <a:blip r:embed="rId2"/>
          <a:stretch>
            <a:fillRect/>
          </a:stretch>
        </p:blipFill>
        <p:spPr>
          <a:xfrm>
            <a:off x="8903220" y="0"/>
            <a:ext cx="3019421" cy="1414019"/>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3058039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13">
    <p:spTree>
      <p:nvGrpSpPr>
        <p:cNvPr id="1" name=""/>
        <p:cNvGrpSpPr/>
        <p:nvPr/>
      </p:nvGrpSpPr>
      <p:grpSpPr>
        <a:xfrm>
          <a:off x="0" y="0"/>
          <a:ext cx="0" cy="0"/>
          <a:chOff x="0" y="0"/>
          <a:chExt cx="0" cy="0"/>
        </a:xfrm>
      </p:grpSpPr>
      <p:sp>
        <p:nvSpPr>
          <p:cNvPr id="2" name="TextBox 8">
            <a:extLst>
              <a:ext uri="{FF2B5EF4-FFF2-40B4-BE49-F238E27FC236}">
                <a16:creationId xmlns:a16="http://schemas.microsoft.com/office/drawing/2014/main" id="{CB241FBB-A4FB-BA0B-F80E-DDF13A9F7F03}"/>
              </a:ext>
            </a:extLst>
          </p:cNvPr>
          <p:cNvSpPr txBox="1"/>
          <p:nvPr/>
        </p:nvSpPr>
        <p:spPr>
          <a:xfrm>
            <a:off x="0" y="0"/>
            <a:ext cx="12193368" cy="7920117"/>
          </a:xfrm>
          <a:prstGeom prst="rect">
            <a:avLst/>
          </a:prstGeom>
          <a:noFill/>
          <a:ln cap="flat">
            <a:noFill/>
          </a:ln>
          <a:effectLst>
            <a:outerShdw dist="22997" dir="5400000" algn="tl">
              <a:srgbClr val="000000">
                <a:alpha val="35000"/>
              </a:srgbClr>
            </a:outerShdw>
          </a:effectLst>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000" b="1" i="0" u="none" strike="noStrike" kern="1200" cap="none" spc="0" baseline="0" dirty="0">
                <a:solidFill>
                  <a:srgbClr val="000000"/>
                </a:solidFill>
                <a:uFillTx/>
                <a:latin typeface="Calibri"/>
              </a:rPr>
              <a:t> </a:t>
            </a:r>
          </a:p>
          <a:p>
            <a:pPr algn="ctr" defTabSz="457200">
              <a:defRPr sz="1800" b="0" i="0" u="none" strike="noStrike" kern="0" cap="none" spc="0" baseline="0">
                <a:solidFill>
                  <a:srgbClr val="000000"/>
                </a:solidFill>
                <a:uFillTx/>
              </a:defRPr>
            </a:pPr>
            <a:r>
              <a:rPr lang="en-IN" sz="2000" b="1" dirty="0">
                <a:solidFill>
                  <a:srgbClr val="1E3A8A"/>
                </a:solidFill>
                <a:latin typeface="Poppins"/>
              </a:rPr>
              <a:t>SCHEMA – ONLINE SHOPPING SYSTEM </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000" b="1" i="0"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1" i="0" u="none" strike="noStrike" kern="1200" cap="none" spc="0" baseline="0" dirty="0">
                <a:solidFill>
                  <a:srgbClr val="000000"/>
                </a:solidFill>
                <a:uFillTx/>
                <a:latin typeface="Calibri"/>
              </a:rPr>
              <a:t>PAYMENT</a:t>
            </a:r>
            <a:endParaRPr lang="en-IN" sz="1600" b="0" i="0"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0" i="0" u="none" strike="noStrike" kern="1200" cap="none" spc="0" baseline="0" dirty="0">
                <a:solidFill>
                  <a:srgbClr val="000000"/>
                </a:solidFill>
                <a:uFillTx/>
                <a:latin typeface="Calibri"/>
              </a:rPr>
              <a:t>Payment_ID  — STRING,  Payment_Mode  — STRING, Amount — STRING, Payment_Status — STRING,Order_ID — STRING, REFERENCES ORDER(Order_ID)</a:t>
            </a:r>
            <a:endParaRPr lang="en-IN" sz="1600" dirty="0">
              <a:solidFill>
                <a:srgbClr val="000000"/>
              </a:solidFill>
              <a:latin typeface="Calibri"/>
              <a:ea typeface="Calibri"/>
              <a:cs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1" i="0" u="none" strike="noStrike" kern="1200" cap="none" spc="0" baseline="0" dirty="0">
                <a:solidFill>
                  <a:srgbClr val="000000"/>
                </a:solidFill>
                <a:uFillTx/>
                <a:latin typeface="Calibri"/>
              </a:rPr>
              <a:t>CUSTOMER</a:t>
            </a:r>
            <a:endParaRPr lang="en-IN" sz="1600" b="0" i="0"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0" i="0" u="none" strike="noStrike" kern="1200" cap="none" spc="0" baseline="0" dirty="0">
                <a:solidFill>
                  <a:srgbClr val="000000"/>
                </a:solidFill>
                <a:uFillTx/>
                <a:latin typeface="Calibri"/>
              </a:rPr>
              <a:t>Customer_ID — PRINT,Name — STRING,Email — STRING,Phone — STRING,Address — STRING</a:t>
            </a:r>
            <a:endParaRPr lang="en-IN" sz="1600" b="0" i="0" u="none" strike="noStrike" kern="1200" cap="none" spc="0" baseline="0" dirty="0">
              <a:solidFill>
                <a:srgbClr val="000000"/>
              </a:solidFill>
              <a:uFillTx/>
              <a:latin typeface="Calibri"/>
              <a:ea typeface="Calibri"/>
              <a:cs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600" b="0" i="0"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1" i="0" u="none" strike="noStrike" kern="1200" cap="none" spc="0" baseline="0" dirty="0">
                <a:solidFill>
                  <a:srgbClr val="000000"/>
                </a:solidFill>
                <a:uFillTx/>
                <a:latin typeface="Calibri"/>
              </a:rPr>
              <a:t>ORDER</a:t>
            </a:r>
            <a:endParaRPr lang="en-IN" sz="1600" b="0" i="0"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0" i="0" u="none" strike="noStrike" kern="1200" cap="none" spc="0" baseline="0" dirty="0">
                <a:solidFill>
                  <a:srgbClr val="000000"/>
                </a:solidFill>
                <a:uFillTx/>
                <a:latin typeface="Calibri"/>
              </a:rPr>
              <a:t>Order_ID — STRING,Order_Date —</a:t>
            </a:r>
            <a:r>
              <a:rPr lang="en-IN" sz="1600" dirty="0">
                <a:solidFill>
                  <a:srgbClr val="000000"/>
                </a:solidFill>
                <a:latin typeface="Calibri"/>
              </a:rPr>
              <a:t> DATE</a:t>
            </a:r>
            <a:r>
              <a:rPr lang="en-IN" sz="1600" b="0" i="0" u="none" strike="noStrike" kern="1200" cap="none" spc="0" baseline="0" dirty="0">
                <a:solidFill>
                  <a:srgbClr val="000000"/>
                </a:solidFill>
                <a:uFillTx/>
                <a:latin typeface="Calibri"/>
              </a:rPr>
              <a:t>, Total_Amount — </a:t>
            </a:r>
            <a:r>
              <a:rPr lang="en-IN" sz="1600" dirty="0">
                <a:solidFill>
                  <a:srgbClr val="000000"/>
                </a:solidFill>
                <a:latin typeface="Calibri"/>
              </a:rPr>
              <a:t>INTEGER </a:t>
            </a:r>
            <a:r>
              <a:rPr lang="en-IN" sz="1600" b="0" i="0" u="none" strike="noStrike" kern="1200" cap="none" spc="0" baseline="0" dirty="0">
                <a:solidFill>
                  <a:srgbClr val="000000"/>
                </a:solidFill>
                <a:uFillTx/>
                <a:latin typeface="Calibri"/>
              </a:rPr>
              <a:t>,Order_Status — STRING,Customer_ID — STRING</a:t>
            </a:r>
            <a:br>
              <a:rPr lang="en-IN" sz="1600" b="0" i="0" u="none" strike="noStrike" kern="1200" cap="none" spc="0" baseline="0" dirty="0">
                <a:solidFill>
                  <a:srgbClr val="000000"/>
                </a:solidFill>
                <a:uFillTx/>
                <a:latin typeface="Calibri"/>
              </a:rPr>
            </a:br>
            <a:r>
              <a:rPr lang="en-IN" sz="1600" b="0" i="0" u="none" strike="noStrike" kern="1200" cap="none" spc="0" baseline="0" dirty="0">
                <a:solidFill>
                  <a:srgbClr val="000000"/>
                </a:solidFill>
                <a:uFillTx/>
                <a:latin typeface="Calibri"/>
              </a:rPr>
              <a:t>REFERENCES CUSTOMER(Customer_ID)</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600" b="0" i="0" u="none" strike="noStrike" kern="1200" cap="none" spc="0" baseline="0" dirty="0">
              <a:solidFill>
                <a:srgbClr val="000000"/>
              </a:solidFill>
              <a:uFillTx/>
              <a:latin typeface="Calibri"/>
              <a:ea typeface="Calibri"/>
              <a:cs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1" i="0" u="none" strike="noStrike" kern="1200" cap="none" spc="0" baseline="0" dirty="0">
                <a:solidFill>
                  <a:srgbClr val="000000"/>
                </a:solidFill>
                <a:uFillTx/>
                <a:latin typeface="Calibri"/>
                <a:ea typeface="Calibri"/>
                <a:cs typeface="Calibri"/>
              </a:rPr>
              <a:t>PRODUCT</a:t>
            </a:r>
            <a:endParaRPr lang="en-IN" sz="1600" b="0" i="0"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0" i="0" u="none" strike="noStrike" kern="1200" cap="none" spc="0" baseline="0" dirty="0">
                <a:solidFill>
                  <a:srgbClr val="000000"/>
                </a:solidFill>
                <a:uFillTx/>
                <a:latin typeface="Calibri"/>
                <a:ea typeface="Calibri"/>
                <a:cs typeface="Calibri"/>
              </a:rPr>
              <a:t>Product_ID —STRING, Product_Name – STIRNG,Price — STIRNG,Quantity — STRING, Category_ID — STRING, REFERENCES CATEGORY(Category_ID)</a:t>
            </a:r>
            <a:endParaRPr lang="en-IN" sz="1600" b="0" i="0"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600" b="0" i="0" u="none" strike="noStrike" kern="1200" cap="none" spc="0" baseline="0" dirty="0">
              <a:solidFill>
                <a:srgbClr val="000000"/>
              </a:solidFill>
              <a:uFillTx/>
              <a:latin typeface="Calibri"/>
              <a:ea typeface="Calibri"/>
              <a:cs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1" i="0" u="none" strike="noStrike" kern="1200" cap="none" spc="0" baseline="0" dirty="0">
                <a:solidFill>
                  <a:srgbClr val="000000"/>
                </a:solidFill>
                <a:uFillTx/>
                <a:latin typeface="Calibri"/>
                <a:ea typeface="Calibri"/>
                <a:cs typeface="Calibri"/>
              </a:rPr>
              <a:t>CATEGORY</a:t>
            </a:r>
            <a:endParaRPr lang="en-IN" sz="1600" b="0" i="0"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0" i="0" u="none" strike="noStrike" kern="1200" cap="none" spc="0" baseline="0" dirty="0">
                <a:solidFill>
                  <a:srgbClr val="000000"/>
                </a:solidFill>
                <a:uFillTx/>
                <a:latin typeface="Calibri"/>
                <a:ea typeface="Calibri"/>
                <a:cs typeface="Calibri"/>
              </a:rPr>
              <a:t>Category_ID —STRING, Category_Name —STRING</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600" dirty="0">
              <a:solidFill>
                <a:srgbClr val="000000"/>
              </a:solidFill>
              <a:latin typeface="Calibri"/>
              <a:ea typeface="Calibri"/>
              <a:cs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1" i="0" u="none" strike="noStrike" kern="1200" cap="none" spc="0" baseline="0" dirty="0">
                <a:solidFill>
                  <a:srgbClr val="000000"/>
                </a:solidFill>
                <a:uFillTx/>
                <a:latin typeface="Calibri"/>
                <a:ea typeface="Calibri"/>
                <a:cs typeface="Calibri"/>
              </a:rPr>
              <a:t>ORDER ITEM</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i="0" u="none" strike="noStrike" kern="1200" cap="none" spc="0" baseline="0" dirty="0">
                <a:solidFill>
                  <a:srgbClr val="000000"/>
                </a:solidFill>
                <a:uFillTx/>
                <a:latin typeface="Calibri"/>
                <a:ea typeface="Calibri"/>
                <a:cs typeface="Calibri"/>
              </a:rPr>
              <a:t>Order_ID</a:t>
            </a:r>
            <a:r>
              <a:rPr lang="en-IN" sz="1600" dirty="0">
                <a:solidFill>
                  <a:srgbClr val="000000"/>
                </a:solidFill>
                <a:latin typeface="Calibri"/>
                <a:ea typeface="Calibri"/>
                <a:cs typeface="Calibri"/>
              </a:rPr>
              <a:t> – STRING, Quantity – INTEGER, Price – INTEGER, Product_ID – STRING </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600" b="1" i="0" u="none" strike="noStrike" kern="1200" cap="none" spc="0" baseline="0" dirty="0">
              <a:solidFill>
                <a:srgbClr val="000000"/>
              </a:solidFill>
              <a:uFillTx/>
              <a:latin typeface="Calibri"/>
              <a:ea typeface="Calibri"/>
              <a:cs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b="1" dirty="0">
                <a:solidFill>
                  <a:srgbClr val="000000"/>
                </a:solidFill>
                <a:latin typeface="Calibri"/>
                <a:ea typeface="Calibri"/>
                <a:cs typeface="Calibri"/>
              </a:rPr>
              <a:t>DELIVERY</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600" dirty="0">
                <a:solidFill>
                  <a:srgbClr val="000000"/>
                </a:solidFill>
                <a:latin typeface="Calibri"/>
                <a:ea typeface="Calibri"/>
                <a:cs typeface="Calibri"/>
              </a:rPr>
              <a:t>Delivery_ID – STRING, DeliveryDate – STRING, Address – STRING, Status – STRING </a:t>
            </a:r>
            <a:endParaRPr lang="en-IN" sz="1600" i="0" u="none" strike="noStrike" kern="1200" cap="none" spc="0" baseline="0" dirty="0">
              <a:solidFill>
                <a:srgbClr val="000000"/>
              </a:solidFill>
              <a:uFillTx/>
              <a:latin typeface="Calibri"/>
              <a:ea typeface="Calibri"/>
              <a:cs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dirty="0">
              <a:solidFill>
                <a:srgbClr val="000000"/>
              </a:solidFill>
              <a:uFillTx/>
              <a:latin typeface="Calibri"/>
              <a:ea typeface="Calibri"/>
              <a:cs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dirty="0">
              <a:solidFill>
                <a:srgbClr val="000000"/>
              </a:solidFill>
              <a:uFillTx/>
              <a:latin typeface="Calibri"/>
              <a:ea typeface="Calibri"/>
              <a:cs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dirty="0">
              <a:solidFill>
                <a:srgbClr val="000000"/>
              </a:solidFill>
              <a:uFillTx/>
              <a:latin typeface="Calibri"/>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dirty="0">
              <a:solidFill>
                <a:srgbClr val="000000"/>
              </a:solidFill>
              <a:uFillTx/>
              <a:latin typeface="Calibri"/>
              <a:ea typeface="Calibri"/>
              <a:cs typeface="Calibri"/>
            </a:endParaRPr>
          </a:p>
        </p:txBody>
      </p:sp>
      <p:pic>
        <p:nvPicPr>
          <p:cNvPr id="3" name="Picture 2">
            <a:extLst>
              <a:ext uri="{FF2B5EF4-FFF2-40B4-BE49-F238E27FC236}">
                <a16:creationId xmlns:a16="http://schemas.microsoft.com/office/drawing/2014/main" id="{D9C1AD86-8A06-D1B7-8E1A-D7256335B1D2}"/>
              </a:ext>
            </a:extLst>
          </p:cNvPr>
          <p:cNvPicPr>
            <a:picLocks noChangeAspect="1"/>
          </p:cNvPicPr>
          <p:nvPr/>
        </p:nvPicPr>
        <p:blipFill>
          <a:blip r:embed="rId2"/>
          <a:stretch>
            <a:fillRect/>
          </a:stretch>
        </p:blipFill>
        <p:spPr>
          <a:xfrm>
            <a:off x="10424114" y="1389"/>
            <a:ext cx="1624429" cy="681279"/>
          </a:xfrm>
          <a:prstGeom prst="rect">
            <a:avLst/>
          </a:prstGeom>
          <a:noFill/>
          <a:ln cap="flat">
            <a:noFill/>
          </a:ln>
          <a:effectLst>
            <a:outerShdw dist="22997" dir="5400000" algn="tl">
              <a:srgbClr val="000000">
                <a:alpha val="3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7322DD2-4628-FBD6-860E-B115ACAE3B94}"/>
              </a:ext>
            </a:extLst>
          </p:cNvPr>
          <p:cNvSpPr txBox="1"/>
          <p:nvPr/>
        </p:nvSpPr>
        <p:spPr>
          <a:xfrm>
            <a:off x="530942" y="1444768"/>
            <a:ext cx="10550012" cy="4801314"/>
          </a:xfrm>
          <a:prstGeom prst="rect">
            <a:avLst/>
          </a:prstGeom>
          <a:noFill/>
        </p:spPr>
        <p:txBody>
          <a:bodyPr wrap="square">
            <a:spAutoFit/>
          </a:bodyPr>
          <a:lstStyle/>
          <a:p>
            <a:pPr>
              <a:buNone/>
            </a:pPr>
            <a:r>
              <a:rPr lang="en-IN" b="1" dirty="0"/>
              <a:t>Primary Keys (PK):</a:t>
            </a:r>
            <a:br>
              <a:rPr lang="en-IN" dirty="0"/>
            </a:br>
            <a:r>
              <a:rPr lang="en-IN" dirty="0">
                <a:latin typeface="+mn-lt"/>
              </a:rPr>
              <a:t>u_id</a:t>
            </a:r>
            <a:r>
              <a:rPr lang="en-IN" dirty="0"/>
              <a:t> → Uniquely identifies a user.</a:t>
            </a:r>
            <a:br>
              <a:rPr lang="en-IN" dirty="0"/>
            </a:br>
            <a:r>
              <a:rPr lang="en-IN" dirty="0">
                <a:latin typeface="+mn-lt"/>
              </a:rPr>
              <a:t>tracking_id</a:t>
            </a:r>
            <a:r>
              <a:rPr lang="en-IN" dirty="0"/>
              <a:t> → Uniquely identifies a customer.</a:t>
            </a:r>
            <a:br>
              <a:rPr lang="en-IN" dirty="0"/>
            </a:br>
            <a:r>
              <a:rPr lang="en-IN" dirty="0">
                <a:latin typeface="+mn-lt"/>
              </a:rPr>
              <a:t>emp_id</a:t>
            </a:r>
            <a:r>
              <a:rPr lang="en-IN" dirty="0"/>
              <a:t> → Uniquely identifies an employee.</a:t>
            </a:r>
            <a:br>
              <a:rPr lang="en-IN" dirty="0"/>
            </a:br>
            <a:r>
              <a:rPr lang="en-IN" dirty="0">
                <a:latin typeface="+mn-lt"/>
              </a:rPr>
              <a:t>c_id</a:t>
            </a:r>
            <a:r>
              <a:rPr lang="en-IN" dirty="0"/>
              <a:t> → Uniquely identifies a product category.</a:t>
            </a:r>
            <a:br>
              <a:rPr lang="en-IN" dirty="0"/>
            </a:br>
            <a:r>
              <a:rPr lang="en-IN" dirty="0">
                <a:latin typeface="+mn-lt"/>
              </a:rPr>
              <a:t>p_id</a:t>
            </a:r>
            <a:r>
              <a:rPr lang="en-IN" dirty="0"/>
              <a:t> → Uniquely identifies a product.</a:t>
            </a:r>
            <a:br>
              <a:rPr lang="en-IN" dirty="0"/>
            </a:br>
            <a:r>
              <a:rPr lang="en-IN" dirty="0">
                <a:latin typeface="+mn-lt"/>
              </a:rPr>
              <a:t>order_no + product_id</a:t>
            </a:r>
            <a:r>
              <a:rPr lang="en-IN" dirty="0"/>
              <a:t> → Together uniquely identify an order item.</a:t>
            </a:r>
            <a:br>
              <a:rPr lang="en-IN" dirty="0"/>
            </a:br>
            <a:r>
              <a:rPr lang="en-IN" dirty="0">
                <a:latin typeface="+mn-lt"/>
              </a:rPr>
              <a:t>t_id</a:t>
            </a:r>
            <a:r>
              <a:rPr lang="en-IN" dirty="0"/>
              <a:t> → Uniquely identifies tracking details.</a:t>
            </a:r>
            <a:br>
              <a:rPr lang="en-IN" dirty="0"/>
            </a:br>
            <a:r>
              <a:rPr lang="en-IN" dirty="0">
                <a:latin typeface="+mn-lt"/>
              </a:rPr>
              <a:t>cart_id</a:t>
            </a:r>
            <a:r>
              <a:rPr lang="en-IN" dirty="0"/>
              <a:t> → Uniquely identifies a cart.</a:t>
            </a:r>
          </a:p>
          <a:p>
            <a:pPr>
              <a:buNone/>
            </a:pPr>
            <a:r>
              <a:rPr lang="en-IN" b="1" dirty="0"/>
              <a:t>Foreign Keys (FK):</a:t>
            </a:r>
            <a:br>
              <a:rPr lang="en-IN" dirty="0"/>
            </a:br>
            <a:r>
              <a:rPr lang="en-IN" dirty="0"/>
              <a:t> </a:t>
            </a:r>
            <a:r>
              <a:rPr lang="en-IN" dirty="0">
                <a:latin typeface="+mn-lt"/>
              </a:rPr>
              <a:t>u_id</a:t>
            </a:r>
            <a:r>
              <a:rPr lang="en-IN" dirty="0"/>
              <a:t> in CUSTOMER → Links customer to USER.</a:t>
            </a:r>
            <a:br>
              <a:rPr lang="en-IN" dirty="0"/>
            </a:br>
            <a:r>
              <a:rPr lang="en-IN" dirty="0"/>
              <a:t> </a:t>
            </a:r>
            <a:r>
              <a:rPr lang="en-IN" dirty="0">
                <a:latin typeface="+mn-lt"/>
              </a:rPr>
              <a:t>u_id</a:t>
            </a:r>
            <a:r>
              <a:rPr lang="en-IN" dirty="0"/>
              <a:t> in EMPLOYEE → Links employee to USER.</a:t>
            </a:r>
            <a:br>
              <a:rPr lang="en-IN" dirty="0"/>
            </a:br>
            <a:r>
              <a:rPr lang="en-IN" dirty="0"/>
              <a:t> </a:t>
            </a:r>
            <a:r>
              <a:rPr lang="en-IN" dirty="0">
                <a:latin typeface="+mn-lt"/>
              </a:rPr>
              <a:t>c_id</a:t>
            </a:r>
            <a:r>
              <a:rPr lang="en-IN" dirty="0"/>
              <a:t> in PRODUCT → Links product to PRODUCT_CATEGORY.</a:t>
            </a:r>
            <a:br>
              <a:rPr lang="en-IN" dirty="0"/>
            </a:br>
            <a:r>
              <a:rPr lang="en-IN" dirty="0"/>
              <a:t> </a:t>
            </a:r>
            <a:r>
              <a:rPr lang="en-IN" dirty="0">
                <a:latin typeface="+mn-lt"/>
              </a:rPr>
              <a:t>u_id</a:t>
            </a:r>
            <a:r>
              <a:rPr lang="en-IN" dirty="0"/>
              <a:t> in ORDERS → Links order to USER.</a:t>
            </a:r>
            <a:br>
              <a:rPr lang="en-IN" dirty="0"/>
            </a:br>
            <a:r>
              <a:rPr lang="en-IN" dirty="0"/>
              <a:t> </a:t>
            </a:r>
            <a:r>
              <a:rPr lang="en-IN" dirty="0">
                <a:latin typeface="+mn-lt"/>
              </a:rPr>
              <a:t>product_id</a:t>
            </a:r>
            <a:r>
              <a:rPr lang="en-IN" dirty="0"/>
              <a:t> in ORDERS → Links order to PRODUCT.</a:t>
            </a:r>
            <a:br>
              <a:rPr lang="en-IN" dirty="0"/>
            </a:br>
            <a:r>
              <a:rPr lang="en-IN" dirty="0"/>
              <a:t> </a:t>
            </a:r>
            <a:r>
              <a:rPr lang="en-IN" dirty="0">
                <a:latin typeface="+mn-lt"/>
              </a:rPr>
              <a:t>order_no</a:t>
            </a:r>
            <a:r>
              <a:rPr lang="en-IN" dirty="0"/>
              <a:t> in TRACKING_DETAIL → Links tracking details to ORDERS.</a:t>
            </a:r>
            <a:br>
              <a:rPr lang="en-IN" dirty="0"/>
            </a:br>
            <a:r>
              <a:rPr lang="en-IN" dirty="0"/>
              <a:t> </a:t>
            </a:r>
            <a:r>
              <a:rPr lang="en-IN" dirty="0">
                <a:latin typeface="+mn-lt"/>
              </a:rPr>
              <a:t>u_id</a:t>
            </a:r>
            <a:r>
              <a:rPr lang="en-IN" dirty="0"/>
              <a:t> in CART → Links cart to USER.</a:t>
            </a:r>
          </a:p>
        </p:txBody>
      </p:sp>
      <p:sp>
        <p:nvSpPr>
          <p:cNvPr id="7" name="TextBox 6">
            <a:extLst>
              <a:ext uri="{FF2B5EF4-FFF2-40B4-BE49-F238E27FC236}">
                <a16:creationId xmlns:a16="http://schemas.microsoft.com/office/drawing/2014/main" id="{7B5D334D-A6FF-CFA5-546A-B3C09762200C}"/>
              </a:ext>
            </a:extLst>
          </p:cNvPr>
          <p:cNvSpPr txBox="1"/>
          <p:nvPr/>
        </p:nvSpPr>
        <p:spPr>
          <a:xfrm>
            <a:off x="3618271" y="521110"/>
            <a:ext cx="4579972" cy="523220"/>
          </a:xfrm>
          <a:prstGeom prst="rect">
            <a:avLst/>
          </a:prstGeom>
          <a:noFill/>
        </p:spPr>
        <p:txBody>
          <a:bodyPr wrap="none" rtlCol="0">
            <a:spAutoFit/>
          </a:bodyPr>
          <a:lstStyle/>
          <a:p>
            <a:r>
              <a:rPr lang="en-IN" sz="2800" b="1" dirty="0">
                <a:solidFill>
                  <a:schemeClr val="accent1">
                    <a:lumMod val="50000"/>
                  </a:schemeClr>
                </a:solidFill>
              </a:rPr>
              <a:t>PRIMARY AND FOREIGN KEYS</a:t>
            </a:r>
          </a:p>
        </p:txBody>
      </p:sp>
      <p:pic>
        <p:nvPicPr>
          <p:cNvPr id="9" name="Picture 16">
            <a:extLst>
              <a:ext uri="{FF2B5EF4-FFF2-40B4-BE49-F238E27FC236}">
                <a16:creationId xmlns:a16="http://schemas.microsoft.com/office/drawing/2014/main" id="{BF993B81-BD9F-75FC-F160-E90F41695530}"/>
              </a:ext>
            </a:extLst>
          </p:cNvPr>
          <p:cNvPicPr>
            <a:picLocks noChangeAspect="1"/>
          </p:cNvPicPr>
          <p:nvPr/>
        </p:nvPicPr>
        <p:blipFill>
          <a:blip r:embed="rId2"/>
          <a:stretch>
            <a:fillRect/>
          </a:stretch>
        </p:blipFill>
        <p:spPr>
          <a:xfrm>
            <a:off x="8677518" y="73371"/>
            <a:ext cx="3311282" cy="1120429"/>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1102810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B2AC5B-01CE-9A5C-D7BB-9C382FC3F187}"/>
              </a:ext>
            </a:extLst>
          </p:cNvPr>
          <p:cNvSpPr txBox="1"/>
          <p:nvPr/>
        </p:nvSpPr>
        <p:spPr>
          <a:xfrm>
            <a:off x="3496733" y="434449"/>
            <a:ext cx="4224867" cy="502702"/>
          </a:xfrm>
          <a:prstGeom prst="rect">
            <a:avLst/>
          </a:prstGeom>
          <a:noFill/>
        </p:spPr>
        <p:txBody>
          <a:bodyPr wrap="square">
            <a:spAutoFit/>
          </a:bodyPr>
          <a:lstStyle/>
          <a:p>
            <a:pPr marL="0" marR="0" lvl="0" indent="0" algn="ctr" defTabSz="457200" rtl="0" fontAlgn="auto" hangingPunct="1">
              <a:lnSpc>
                <a:spcPts val="3240"/>
              </a:lnSpc>
              <a:spcBef>
                <a:spcPts val="0"/>
              </a:spcBef>
              <a:spcAft>
                <a:spcPts val="0"/>
              </a:spcAft>
              <a:buNone/>
              <a:tabLst/>
              <a:defRPr sz="1800" b="0" i="0" u="none" strike="noStrike" kern="0" cap="none" spc="0" baseline="0">
                <a:solidFill>
                  <a:srgbClr val="000000"/>
                </a:solidFill>
                <a:uFillTx/>
              </a:defRPr>
            </a:pPr>
            <a:r>
              <a:rPr lang="en-IN" sz="2700" b="1" dirty="0">
                <a:solidFill>
                  <a:srgbClr val="1E3A8A"/>
                </a:solidFill>
                <a:latin typeface="Poppins"/>
              </a:rPr>
              <a:t>Mapping Cardinalities</a:t>
            </a:r>
            <a:endParaRPr lang="en-IN" sz="2700" b="1" i="0" u="none" strike="noStrike" kern="1200" cap="none" spc="0" baseline="0" dirty="0">
              <a:solidFill>
                <a:srgbClr val="1E3A8A"/>
              </a:solidFill>
              <a:uFillTx/>
              <a:latin typeface="Poppins"/>
            </a:endParaRPr>
          </a:p>
        </p:txBody>
      </p:sp>
      <p:graphicFrame>
        <p:nvGraphicFramePr>
          <p:cNvPr id="6" name="Table 5">
            <a:extLst>
              <a:ext uri="{FF2B5EF4-FFF2-40B4-BE49-F238E27FC236}">
                <a16:creationId xmlns:a16="http://schemas.microsoft.com/office/drawing/2014/main" id="{85885BA6-6338-A21C-61FF-FAFDCF7E714F}"/>
              </a:ext>
            </a:extLst>
          </p:cNvPr>
          <p:cNvGraphicFramePr>
            <a:graphicFrameLocks noGrp="1"/>
          </p:cNvGraphicFramePr>
          <p:nvPr>
            <p:extLst>
              <p:ext uri="{D42A27DB-BD31-4B8C-83A1-F6EECF244321}">
                <p14:modId xmlns:p14="http://schemas.microsoft.com/office/powerpoint/2010/main" val="1647908949"/>
              </p:ext>
            </p:extLst>
          </p:nvPr>
        </p:nvGraphicFramePr>
        <p:xfrm>
          <a:off x="1210733" y="1540933"/>
          <a:ext cx="9550401" cy="3987800"/>
        </p:xfrm>
        <a:graphic>
          <a:graphicData uri="http://schemas.openxmlformats.org/drawingml/2006/table">
            <a:tbl>
              <a:tblPr firstRow="1" bandRow="1">
                <a:tableStyleId>{5C22544A-7EE6-4342-B048-85BDC9FD1C3A}</a:tableStyleId>
              </a:tblPr>
              <a:tblGrid>
                <a:gridCol w="3800728">
                  <a:extLst>
                    <a:ext uri="{9D8B030D-6E8A-4147-A177-3AD203B41FA5}">
                      <a16:colId xmlns:a16="http://schemas.microsoft.com/office/drawing/2014/main" val="4227345392"/>
                    </a:ext>
                  </a:extLst>
                </a:gridCol>
                <a:gridCol w="2997727">
                  <a:extLst>
                    <a:ext uri="{9D8B030D-6E8A-4147-A177-3AD203B41FA5}">
                      <a16:colId xmlns:a16="http://schemas.microsoft.com/office/drawing/2014/main" val="3722241827"/>
                    </a:ext>
                  </a:extLst>
                </a:gridCol>
                <a:gridCol w="2751946">
                  <a:extLst>
                    <a:ext uri="{9D8B030D-6E8A-4147-A177-3AD203B41FA5}">
                      <a16:colId xmlns:a16="http://schemas.microsoft.com/office/drawing/2014/main" val="2267231418"/>
                    </a:ext>
                  </a:extLst>
                </a:gridCol>
              </a:tblGrid>
              <a:tr h="498475">
                <a:tc>
                  <a:txBody>
                    <a:bodyPr/>
                    <a:lstStyle/>
                    <a:p>
                      <a:pPr algn="ctr"/>
                      <a:r>
                        <a:rPr lang="en-IN" dirty="0"/>
                        <a:t>Relationship</a:t>
                      </a:r>
                    </a:p>
                  </a:txBody>
                  <a:tcPr/>
                </a:tc>
                <a:tc>
                  <a:txBody>
                    <a:bodyPr/>
                    <a:lstStyle/>
                    <a:p>
                      <a:pPr algn="ctr"/>
                      <a:r>
                        <a:rPr lang="en-IN" dirty="0"/>
                        <a:t>Cardinality</a:t>
                      </a:r>
                    </a:p>
                  </a:txBody>
                  <a:tcPr/>
                </a:tc>
                <a:tc>
                  <a:txBody>
                    <a:bodyPr/>
                    <a:lstStyle/>
                    <a:p>
                      <a:pPr algn="ctr"/>
                      <a:r>
                        <a:rPr lang="en-IN" dirty="0"/>
                        <a:t>Type </a:t>
                      </a:r>
                    </a:p>
                  </a:txBody>
                  <a:tcPr/>
                </a:tc>
                <a:extLst>
                  <a:ext uri="{0D108BD9-81ED-4DB2-BD59-A6C34878D82A}">
                    <a16:rowId xmlns:a16="http://schemas.microsoft.com/office/drawing/2014/main" val="106642747"/>
                  </a:ext>
                </a:extLst>
              </a:tr>
              <a:tr h="498475">
                <a:tc>
                  <a:txBody>
                    <a:bodyPr/>
                    <a:lstStyle/>
                    <a:p>
                      <a:pPr algn="just"/>
                      <a:r>
                        <a:rPr lang="en-IN" dirty="0"/>
                        <a:t>User-makes-Order</a:t>
                      </a:r>
                    </a:p>
                  </a:txBody>
                  <a:tcPr/>
                </a:tc>
                <a:tc>
                  <a:txBody>
                    <a:bodyPr/>
                    <a:lstStyle/>
                    <a:p>
                      <a:pPr algn="just"/>
                      <a:r>
                        <a:rPr lang="en-IN" dirty="0"/>
                        <a:t>M:1</a:t>
                      </a:r>
                    </a:p>
                  </a:txBody>
                  <a:tcPr/>
                </a:tc>
                <a:tc>
                  <a:txBody>
                    <a:bodyPr/>
                    <a:lstStyle/>
                    <a:p>
                      <a:pPr algn="just"/>
                      <a:r>
                        <a:rPr lang="en-IN" dirty="0"/>
                        <a:t>Many to One </a:t>
                      </a:r>
                    </a:p>
                  </a:txBody>
                  <a:tcPr/>
                </a:tc>
                <a:extLst>
                  <a:ext uri="{0D108BD9-81ED-4DB2-BD59-A6C34878D82A}">
                    <a16:rowId xmlns:a16="http://schemas.microsoft.com/office/drawing/2014/main" val="2912908442"/>
                  </a:ext>
                </a:extLst>
              </a:tr>
              <a:tr h="498475">
                <a:tc>
                  <a:txBody>
                    <a:bodyPr/>
                    <a:lstStyle/>
                    <a:p>
                      <a:pPr algn="just"/>
                      <a:r>
                        <a:rPr lang="en-IN" dirty="0"/>
                        <a:t>User-makes-Payment</a:t>
                      </a:r>
                    </a:p>
                  </a:txBody>
                  <a:tcPr/>
                </a:tc>
                <a:tc>
                  <a:txBody>
                    <a:bodyPr/>
                    <a:lstStyle/>
                    <a:p>
                      <a:pPr algn="just"/>
                      <a:r>
                        <a:rPr lang="en-IN" dirty="0"/>
                        <a:t>1:M</a:t>
                      </a:r>
                    </a:p>
                  </a:txBody>
                  <a:tcPr/>
                </a:tc>
                <a:tc>
                  <a:txBody>
                    <a:bodyPr/>
                    <a:lstStyle/>
                    <a:p>
                      <a:pPr algn="just"/>
                      <a:r>
                        <a:rPr lang="en-IN" dirty="0"/>
                        <a:t>One to Many</a:t>
                      </a:r>
                    </a:p>
                  </a:txBody>
                  <a:tcPr/>
                </a:tc>
                <a:extLst>
                  <a:ext uri="{0D108BD9-81ED-4DB2-BD59-A6C34878D82A}">
                    <a16:rowId xmlns:a16="http://schemas.microsoft.com/office/drawing/2014/main" val="295622862"/>
                  </a:ext>
                </a:extLst>
              </a:tr>
              <a:tr h="498475">
                <a:tc>
                  <a:txBody>
                    <a:bodyPr/>
                    <a:lstStyle/>
                    <a:p>
                      <a:pPr algn="just"/>
                      <a:r>
                        <a:rPr lang="en-IN" dirty="0"/>
                        <a:t>User-has-Address</a:t>
                      </a:r>
                    </a:p>
                  </a:txBody>
                  <a:tcPr/>
                </a:tc>
                <a:tc>
                  <a:txBody>
                    <a:bodyPr/>
                    <a:lstStyle/>
                    <a:p>
                      <a:pPr algn="just"/>
                      <a:r>
                        <a:rPr lang="en-IN" dirty="0"/>
                        <a:t>1:M</a:t>
                      </a:r>
                    </a:p>
                  </a:txBody>
                  <a:tcPr/>
                </a:tc>
                <a:tc>
                  <a:txBody>
                    <a:bodyPr/>
                    <a:lstStyle/>
                    <a:p>
                      <a:pPr algn="just"/>
                      <a:r>
                        <a:rPr lang="en-IN" dirty="0"/>
                        <a:t>One to Many</a:t>
                      </a:r>
                    </a:p>
                  </a:txBody>
                  <a:tcPr/>
                </a:tc>
                <a:extLst>
                  <a:ext uri="{0D108BD9-81ED-4DB2-BD59-A6C34878D82A}">
                    <a16:rowId xmlns:a16="http://schemas.microsoft.com/office/drawing/2014/main" val="1653645329"/>
                  </a:ext>
                </a:extLst>
              </a:tr>
              <a:tr h="498475">
                <a:tc>
                  <a:txBody>
                    <a:bodyPr/>
                    <a:lstStyle/>
                    <a:p>
                      <a:pPr algn="just"/>
                      <a:r>
                        <a:rPr lang="en-IN" dirty="0"/>
                        <a:t>Order-contains -Product </a:t>
                      </a:r>
                    </a:p>
                  </a:txBody>
                  <a:tcPr/>
                </a:tc>
                <a:tc>
                  <a:txBody>
                    <a:bodyPr/>
                    <a:lstStyle/>
                    <a:p>
                      <a:pPr algn="just"/>
                      <a:r>
                        <a:rPr lang="en-IN" dirty="0"/>
                        <a:t>1:M</a:t>
                      </a:r>
                    </a:p>
                  </a:txBody>
                  <a:tcPr/>
                </a:tc>
                <a:tc>
                  <a:txBody>
                    <a:bodyPr/>
                    <a:lstStyle/>
                    <a:p>
                      <a:pPr algn="just"/>
                      <a:r>
                        <a:rPr lang="en-IN" dirty="0"/>
                        <a:t>One to Many</a:t>
                      </a:r>
                    </a:p>
                  </a:txBody>
                  <a:tcPr/>
                </a:tc>
                <a:extLst>
                  <a:ext uri="{0D108BD9-81ED-4DB2-BD59-A6C34878D82A}">
                    <a16:rowId xmlns:a16="http://schemas.microsoft.com/office/drawing/2014/main" val="2950109184"/>
                  </a:ext>
                </a:extLst>
              </a:tr>
              <a:tr h="498475">
                <a:tc>
                  <a:txBody>
                    <a:bodyPr/>
                    <a:lstStyle/>
                    <a:p>
                      <a:pPr algn="just"/>
                      <a:r>
                        <a:rPr lang="en-IN" dirty="0"/>
                        <a:t>Order - has -Tracking Detail</a:t>
                      </a:r>
                    </a:p>
                  </a:txBody>
                  <a:tcPr/>
                </a:tc>
                <a:tc>
                  <a:txBody>
                    <a:bodyPr/>
                    <a:lstStyle/>
                    <a:p>
                      <a:pPr algn="just"/>
                      <a:r>
                        <a:rPr lang="en-IN" dirty="0"/>
                        <a:t>1:M</a:t>
                      </a:r>
                    </a:p>
                  </a:txBody>
                  <a:tcPr/>
                </a:tc>
                <a:tc>
                  <a:txBody>
                    <a:bodyPr/>
                    <a:lstStyle/>
                    <a:p>
                      <a:pPr algn="just"/>
                      <a:r>
                        <a:rPr lang="en-IN" dirty="0"/>
                        <a:t>One to Many</a:t>
                      </a:r>
                    </a:p>
                  </a:txBody>
                  <a:tcPr/>
                </a:tc>
                <a:extLst>
                  <a:ext uri="{0D108BD9-81ED-4DB2-BD59-A6C34878D82A}">
                    <a16:rowId xmlns:a16="http://schemas.microsoft.com/office/drawing/2014/main" val="2127595547"/>
                  </a:ext>
                </a:extLst>
              </a:tr>
              <a:tr h="498475">
                <a:tc>
                  <a:txBody>
                    <a:bodyPr/>
                    <a:lstStyle/>
                    <a:p>
                      <a:pPr algn="just"/>
                      <a:r>
                        <a:rPr lang="en-IN" dirty="0"/>
                        <a:t>Product-has-Product-Category</a:t>
                      </a:r>
                    </a:p>
                  </a:txBody>
                  <a:tcPr/>
                </a:tc>
                <a:tc>
                  <a:txBody>
                    <a:bodyPr/>
                    <a:lstStyle/>
                    <a:p>
                      <a:pPr algn="just"/>
                      <a:r>
                        <a:rPr lang="en-IN" dirty="0"/>
                        <a:t>M:1</a:t>
                      </a:r>
                    </a:p>
                  </a:txBody>
                  <a:tcPr/>
                </a:tc>
                <a:tc>
                  <a:txBody>
                    <a:bodyPr/>
                    <a:lstStyle/>
                    <a:p>
                      <a:pPr algn="just"/>
                      <a:r>
                        <a:rPr lang="en-IN" dirty="0"/>
                        <a:t>Many to One </a:t>
                      </a:r>
                    </a:p>
                  </a:txBody>
                  <a:tcPr/>
                </a:tc>
                <a:extLst>
                  <a:ext uri="{0D108BD9-81ED-4DB2-BD59-A6C34878D82A}">
                    <a16:rowId xmlns:a16="http://schemas.microsoft.com/office/drawing/2014/main" val="1748266530"/>
                  </a:ext>
                </a:extLst>
              </a:tr>
              <a:tr h="498475">
                <a:tc>
                  <a:txBody>
                    <a:bodyPr/>
                    <a:lstStyle/>
                    <a:p>
                      <a:pPr algn="just"/>
                      <a:r>
                        <a:rPr lang="en-IN" dirty="0"/>
                        <a:t>Product - added to - Cart </a:t>
                      </a:r>
                    </a:p>
                  </a:txBody>
                  <a:tcPr/>
                </a:tc>
                <a:tc>
                  <a:txBody>
                    <a:bodyPr/>
                    <a:lstStyle/>
                    <a:p>
                      <a:pPr algn="just"/>
                      <a:r>
                        <a:rPr lang="en-IN" dirty="0"/>
                        <a:t>M:M</a:t>
                      </a:r>
                    </a:p>
                  </a:txBody>
                  <a:tcPr/>
                </a:tc>
                <a:tc>
                  <a:txBody>
                    <a:bodyPr/>
                    <a:lstStyle/>
                    <a:p>
                      <a:pPr algn="just"/>
                      <a:r>
                        <a:rPr lang="en-IN" dirty="0"/>
                        <a:t>Many to Many</a:t>
                      </a:r>
                    </a:p>
                  </a:txBody>
                  <a:tcPr/>
                </a:tc>
                <a:extLst>
                  <a:ext uri="{0D108BD9-81ED-4DB2-BD59-A6C34878D82A}">
                    <a16:rowId xmlns:a16="http://schemas.microsoft.com/office/drawing/2014/main" val="3418255926"/>
                  </a:ext>
                </a:extLst>
              </a:tr>
            </a:tbl>
          </a:graphicData>
        </a:graphic>
      </p:graphicFrame>
      <p:pic>
        <p:nvPicPr>
          <p:cNvPr id="8" name="Picture 16">
            <a:extLst>
              <a:ext uri="{FF2B5EF4-FFF2-40B4-BE49-F238E27FC236}">
                <a16:creationId xmlns:a16="http://schemas.microsoft.com/office/drawing/2014/main" id="{5461D3D8-08B4-233C-3CB6-2E5436E69B0F}"/>
              </a:ext>
            </a:extLst>
          </p:cNvPr>
          <p:cNvPicPr>
            <a:picLocks noChangeAspect="1"/>
          </p:cNvPicPr>
          <p:nvPr/>
        </p:nvPicPr>
        <p:blipFill>
          <a:blip r:embed="rId2"/>
          <a:stretch>
            <a:fillRect/>
          </a:stretch>
        </p:blipFill>
        <p:spPr>
          <a:xfrm>
            <a:off x="8677518" y="73371"/>
            <a:ext cx="3311282" cy="1120429"/>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2821534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15">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E2D8802A-2DA8-E7A4-BDD7-F6265CD6264F}"/>
              </a:ext>
            </a:extLst>
          </p:cNvPr>
          <p:cNvPicPr>
            <a:picLocks noChangeAspect="1"/>
          </p:cNvPicPr>
          <p:nvPr/>
        </p:nvPicPr>
        <p:blipFill>
          <a:blip r:embed="rId2"/>
          <a:stretch>
            <a:fillRect/>
          </a:stretch>
        </p:blipFill>
        <p:spPr>
          <a:xfrm>
            <a:off x="9038908" y="55815"/>
            <a:ext cx="2611225" cy="1095138"/>
          </a:xfrm>
          <a:prstGeom prst="rect">
            <a:avLst/>
          </a:prstGeom>
          <a:noFill/>
          <a:ln cap="flat">
            <a:noFill/>
          </a:ln>
          <a:effectLst>
            <a:outerShdw dist="22997" dir="5400000" algn="tl">
              <a:srgbClr val="000000">
                <a:alpha val="35000"/>
              </a:srgbClr>
            </a:outerShdw>
          </a:effectLst>
        </p:spPr>
      </p:pic>
      <p:sp>
        <p:nvSpPr>
          <p:cNvPr id="8" name="TextBox 7">
            <a:extLst>
              <a:ext uri="{FF2B5EF4-FFF2-40B4-BE49-F238E27FC236}">
                <a16:creationId xmlns:a16="http://schemas.microsoft.com/office/drawing/2014/main" id="{21E8D9BB-4C3A-4F02-B005-C729C48E5A6C}"/>
              </a:ext>
            </a:extLst>
          </p:cNvPr>
          <p:cNvSpPr txBox="1"/>
          <p:nvPr/>
        </p:nvSpPr>
        <p:spPr>
          <a:xfrm>
            <a:off x="2760134" y="417516"/>
            <a:ext cx="6096000" cy="502702"/>
          </a:xfrm>
          <a:prstGeom prst="rect">
            <a:avLst/>
          </a:prstGeom>
          <a:noFill/>
        </p:spPr>
        <p:txBody>
          <a:bodyPr wrap="square">
            <a:spAutoFit/>
          </a:bodyPr>
          <a:lstStyle/>
          <a:p>
            <a:pPr marL="0" marR="0" lvl="0" indent="0" algn="ctr" defTabSz="457200" rtl="0" fontAlgn="auto" hangingPunct="1">
              <a:lnSpc>
                <a:spcPts val="3240"/>
              </a:lnSpc>
              <a:spcBef>
                <a:spcPts val="0"/>
              </a:spcBef>
              <a:spcAft>
                <a:spcPts val="0"/>
              </a:spcAft>
              <a:buNone/>
              <a:tabLst/>
              <a:defRPr sz="1800" b="0" i="0" u="none" strike="noStrike" kern="0" cap="none" spc="0" baseline="0">
                <a:solidFill>
                  <a:srgbClr val="000000"/>
                </a:solidFill>
                <a:uFillTx/>
              </a:defRPr>
            </a:pPr>
            <a:r>
              <a:rPr lang="en-IN" sz="2700" b="1" i="0" u="none" strike="noStrike" kern="1200" cap="none" spc="0" baseline="0" dirty="0">
                <a:solidFill>
                  <a:srgbClr val="1E3A8A"/>
                </a:solidFill>
                <a:uFillTx/>
                <a:latin typeface="Poppins"/>
              </a:rPr>
              <a:t>ER DIAGRAM </a:t>
            </a:r>
          </a:p>
        </p:txBody>
      </p:sp>
      <p:pic>
        <p:nvPicPr>
          <p:cNvPr id="3" name="Picture 2">
            <a:extLst>
              <a:ext uri="{FF2B5EF4-FFF2-40B4-BE49-F238E27FC236}">
                <a16:creationId xmlns:a16="http://schemas.microsoft.com/office/drawing/2014/main" id="{CAF1EBC3-EB2F-8CB2-1310-3ABEE68BBA5D}"/>
              </a:ext>
            </a:extLst>
          </p:cNvPr>
          <p:cNvPicPr>
            <a:picLocks noChangeAspect="1"/>
          </p:cNvPicPr>
          <p:nvPr/>
        </p:nvPicPr>
        <p:blipFill>
          <a:blip r:embed="rId3"/>
          <a:stretch>
            <a:fillRect/>
          </a:stretch>
        </p:blipFill>
        <p:spPr>
          <a:xfrm>
            <a:off x="891435" y="1551094"/>
            <a:ext cx="10409129" cy="46719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503A5DD-C189-B754-117A-921202AF4A0C}"/>
              </a:ext>
            </a:extLst>
          </p:cNvPr>
          <p:cNvGraphicFramePr>
            <a:graphicFrameLocks noGrp="1"/>
          </p:cNvGraphicFramePr>
          <p:nvPr>
            <p:extLst>
              <p:ext uri="{D42A27DB-BD31-4B8C-83A1-F6EECF244321}">
                <p14:modId xmlns:p14="http://schemas.microsoft.com/office/powerpoint/2010/main" val="1567261461"/>
              </p:ext>
            </p:extLst>
          </p:nvPr>
        </p:nvGraphicFramePr>
        <p:xfrm>
          <a:off x="1498862" y="2073897"/>
          <a:ext cx="8535972" cy="4015820"/>
        </p:xfrm>
        <a:graphic>
          <a:graphicData uri="http://schemas.openxmlformats.org/drawingml/2006/table">
            <a:tbl>
              <a:tblPr>
                <a:tableStyleId>{5C22544A-7EE6-4342-B048-85BDC9FD1C3A}</a:tableStyleId>
              </a:tblPr>
              <a:tblGrid>
                <a:gridCol w="2845324">
                  <a:extLst>
                    <a:ext uri="{9D8B030D-6E8A-4147-A177-3AD203B41FA5}">
                      <a16:colId xmlns:a16="http://schemas.microsoft.com/office/drawing/2014/main" val="2342217046"/>
                    </a:ext>
                  </a:extLst>
                </a:gridCol>
                <a:gridCol w="2845324">
                  <a:extLst>
                    <a:ext uri="{9D8B030D-6E8A-4147-A177-3AD203B41FA5}">
                      <a16:colId xmlns:a16="http://schemas.microsoft.com/office/drawing/2014/main" val="138007336"/>
                    </a:ext>
                  </a:extLst>
                </a:gridCol>
                <a:gridCol w="2845324">
                  <a:extLst>
                    <a:ext uri="{9D8B030D-6E8A-4147-A177-3AD203B41FA5}">
                      <a16:colId xmlns:a16="http://schemas.microsoft.com/office/drawing/2014/main" val="3497336588"/>
                    </a:ext>
                  </a:extLst>
                </a:gridCol>
              </a:tblGrid>
              <a:tr h="458951">
                <a:tc>
                  <a:txBody>
                    <a:bodyPr/>
                    <a:lstStyle/>
                    <a:p>
                      <a:pPr>
                        <a:buNone/>
                      </a:pPr>
                      <a:r>
                        <a:rPr lang="en-IN" dirty="0"/>
                        <a:t>Relationship</a:t>
                      </a:r>
                    </a:p>
                  </a:txBody>
                  <a:tcPr anchor="ctr"/>
                </a:tc>
                <a:tc>
                  <a:txBody>
                    <a:bodyPr/>
                    <a:lstStyle/>
                    <a:p>
                      <a:pPr>
                        <a:buNone/>
                      </a:pPr>
                      <a:r>
                        <a:rPr lang="en-IN" dirty="0"/>
                        <a:t>Entities</a:t>
                      </a:r>
                    </a:p>
                  </a:txBody>
                  <a:tcPr anchor="ctr"/>
                </a:tc>
                <a:tc>
                  <a:txBody>
                    <a:bodyPr/>
                    <a:lstStyle/>
                    <a:p>
                      <a:pPr>
                        <a:buNone/>
                      </a:pPr>
                      <a:r>
                        <a:rPr lang="en-IN" dirty="0"/>
                        <a:t>Meaning</a:t>
                      </a:r>
                    </a:p>
                  </a:txBody>
                  <a:tcPr anchor="ctr"/>
                </a:tc>
                <a:extLst>
                  <a:ext uri="{0D108BD9-81ED-4DB2-BD59-A6C34878D82A}">
                    <a16:rowId xmlns:a16="http://schemas.microsoft.com/office/drawing/2014/main" val="203468773"/>
                  </a:ext>
                </a:extLst>
              </a:tr>
              <a:tr h="458951">
                <a:tc>
                  <a:txBody>
                    <a:bodyPr/>
                    <a:lstStyle/>
                    <a:p>
                      <a:pPr>
                        <a:buNone/>
                      </a:pPr>
                      <a:r>
                        <a:rPr lang="en-IN" dirty="0"/>
                        <a:t>MAKES</a:t>
                      </a:r>
                    </a:p>
                  </a:txBody>
                  <a:tcPr anchor="ctr"/>
                </a:tc>
                <a:tc>
                  <a:txBody>
                    <a:bodyPr/>
                    <a:lstStyle/>
                    <a:p>
                      <a:pPr>
                        <a:buNone/>
                      </a:pPr>
                      <a:r>
                        <a:rPr lang="en-IN" dirty="0"/>
                        <a:t>User – Order</a:t>
                      </a:r>
                    </a:p>
                  </a:txBody>
                  <a:tcPr anchor="ctr"/>
                </a:tc>
                <a:tc>
                  <a:txBody>
                    <a:bodyPr/>
                    <a:lstStyle/>
                    <a:p>
                      <a:pPr>
                        <a:buNone/>
                      </a:pPr>
                      <a:r>
                        <a:rPr lang="en-IN" dirty="0"/>
                        <a:t>User places an order</a:t>
                      </a:r>
                    </a:p>
                  </a:txBody>
                  <a:tcPr anchor="ctr"/>
                </a:tc>
                <a:extLst>
                  <a:ext uri="{0D108BD9-81ED-4DB2-BD59-A6C34878D82A}">
                    <a16:rowId xmlns:a16="http://schemas.microsoft.com/office/drawing/2014/main" val="864967733"/>
                  </a:ext>
                </a:extLst>
              </a:tr>
              <a:tr h="458951">
                <a:tc>
                  <a:txBody>
                    <a:bodyPr/>
                    <a:lstStyle/>
                    <a:p>
                      <a:pPr>
                        <a:buNone/>
                      </a:pPr>
                      <a:r>
                        <a:rPr lang="en-IN" dirty="0"/>
                        <a:t>CONTAINS</a:t>
                      </a:r>
                    </a:p>
                  </a:txBody>
                  <a:tcPr anchor="ctr"/>
                </a:tc>
                <a:tc>
                  <a:txBody>
                    <a:bodyPr/>
                    <a:lstStyle/>
                    <a:p>
                      <a:pPr>
                        <a:buNone/>
                      </a:pPr>
                      <a:r>
                        <a:rPr lang="en-IN" dirty="0"/>
                        <a:t>Order – Product</a:t>
                      </a:r>
                    </a:p>
                  </a:txBody>
                  <a:tcPr anchor="ctr"/>
                </a:tc>
                <a:tc>
                  <a:txBody>
                    <a:bodyPr/>
                    <a:lstStyle/>
                    <a:p>
                      <a:pPr>
                        <a:buNone/>
                      </a:pPr>
                      <a:r>
                        <a:rPr lang="en-IN" dirty="0"/>
                        <a:t>Order contains products</a:t>
                      </a:r>
                    </a:p>
                  </a:txBody>
                  <a:tcPr anchor="ctr"/>
                </a:tc>
                <a:extLst>
                  <a:ext uri="{0D108BD9-81ED-4DB2-BD59-A6C34878D82A}">
                    <a16:rowId xmlns:a16="http://schemas.microsoft.com/office/drawing/2014/main" val="1721220617"/>
                  </a:ext>
                </a:extLst>
              </a:tr>
              <a:tr h="458951">
                <a:tc>
                  <a:txBody>
                    <a:bodyPr/>
                    <a:lstStyle/>
                    <a:p>
                      <a:pPr>
                        <a:buNone/>
                      </a:pPr>
                      <a:r>
                        <a:rPr lang="en-IN" dirty="0"/>
                        <a:t>HAS</a:t>
                      </a:r>
                    </a:p>
                  </a:txBody>
                  <a:tcPr anchor="ctr"/>
                </a:tc>
                <a:tc>
                  <a:txBody>
                    <a:bodyPr/>
                    <a:lstStyle/>
                    <a:p>
                      <a:pPr>
                        <a:buNone/>
                      </a:pPr>
                      <a:r>
                        <a:rPr lang="en-IN" dirty="0"/>
                        <a:t>Product Category – Product</a:t>
                      </a:r>
                    </a:p>
                  </a:txBody>
                  <a:tcPr anchor="ctr"/>
                </a:tc>
                <a:tc>
                  <a:txBody>
                    <a:bodyPr/>
                    <a:lstStyle/>
                    <a:p>
                      <a:pPr>
                        <a:buNone/>
                      </a:pPr>
                      <a:r>
                        <a:rPr lang="en-IN" dirty="0"/>
                        <a:t>Category contains products</a:t>
                      </a:r>
                    </a:p>
                  </a:txBody>
                  <a:tcPr anchor="ctr"/>
                </a:tc>
                <a:extLst>
                  <a:ext uri="{0D108BD9-81ED-4DB2-BD59-A6C34878D82A}">
                    <a16:rowId xmlns:a16="http://schemas.microsoft.com/office/drawing/2014/main" val="3937055627"/>
                  </a:ext>
                </a:extLst>
              </a:tr>
              <a:tr h="458951">
                <a:tc>
                  <a:txBody>
                    <a:bodyPr/>
                    <a:lstStyle/>
                    <a:p>
                      <a:pPr>
                        <a:buNone/>
                      </a:pPr>
                      <a:r>
                        <a:rPr lang="en-IN" dirty="0"/>
                        <a:t>ADDED_TO</a:t>
                      </a:r>
                    </a:p>
                  </a:txBody>
                  <a:tcPr anchor="ctr"/>
                </a:tc>
                <a:tc>
                  <a:txBody>
                    <a:bodyPr/>
                    <a:lstStyle/>
                    <a:p>
                      <a:pPr>
                        <a:buNone/>
                      </a:pPr>
                      <a:r>
                        <a:rPr lang="en-IN" dirty="0"/>
                        <a:t>Product – Cart</a:t>
                      </a:r>
                    </a:p>
                  </a:txBody>
                  <a:tcPr anchor="ctr"/>
                </a:tc>
                <a:tc>
                  <a:txBody>
                    <a:bodyPr/>
                    <a:lstStyle/>
                    <a:p>
                      <a:pPr>
                        <a:buNone/>
                      </a:pPr>
                      <a:r>
                        <a:rPr lang="en-IN" dirty="0"/>
                        <a:t>Product is added to cart</a:t>
                      </a:r>
                    </a:p>
                  </a:txBody>
                  <a:tcPr anchor="ctr"/>
                </a:tc>
                <a:extLst>
                  <a:ext uri="{0D108BD9-81ED-4DB2-BD59-A6C34878D82A}">
                    <a16:rowId xmlns:a16="http://schemas.microsoft.com/office/drawing/2014/main" val="4281366884"/>
                  </a:ext>
                </a:extLst>
              </a:tr>
              <a:tr h="458951">
                <a:tc>
                  <a:txBody>
                    <a:bodyPr/>
                    <a:lstStyle/>
                    <a:p>
                      <a:pPr>
                        <a:buNone/>
                      </a:pPr>
                      <a:r>
                        <a:rPr lang="en-IN" dirty="0"/>
                        <a:t>BELONGS_TO</a:t>
                      </a:r>
                    </a:p>
                  </a:txBody>
                  <a:tcPr anchor="ctr"/>
                </a:tc>
                <a:tc>
                  <a:txBody>
                    <a:bodyPr/>
                    <a:lstStyle/>
                    <a:p>
                      <a:pPr>
                        <a:buNone/>
                      </a:pPr>
                      <a:r>
                        <a:rPr lang="en-IN" dirty="0"/>
                        <a:t>Cart – User</a:t>
                      </a:r>
                    </a:p>
                  </a:txBody>
                  <a:tcPr anchor="ctr"/>
                </a:tc>
                <a:tc>
                  <a:txBody>
                    <a:bodyPr/>
                    <a:lstStyle/>
                    <a:p>
                      <a:pPr>
                        <a:buNone/>
                      </a:pPr>
                      <a:r>
                        <a:rPr lang="en-IN" dirty="0"/>
                        <a:t>Cart belongs to user</a:t>
                      </a:r>
                    </a:p>
                  </a:txBody>
                  <a:tcPr anchor="ctr"/>
                </a:tc>
                <a:extLst>
                  <a:ext uri="{0D108BD9-81ED-4DB2-BD59-A6C34878D82A}">
                    <a16:rowId xmlns:a16="http://schemas.microsoft.com/office/drawing/2014/main" val="4283129019"/>
                  </a:ext>
                </a:extLst>
              </a:tr>
              <a:tr h="458951">
                <a:tc>
                  <a:txBody>
                    <a:bodyPr/>
                    <a:lstStyle/>
                    <a:p>
                      <a:pPr>
                        <a:buNone/>
                      </a:pPr>
                      <a:r>
                        <a:rPr lang="en-IN" dirty="0"/>
                        <a:t>HAS</a:t>
                      </a:r>
                    </a:p>
                  </a:txBody>
                  <a:tcPr anchor="ctr"/>
                </a:tc>
                <a:tc>
                  <a:txBody>
                    <a:bodyPr/>
                    <a:lstStyle/>
                    <a:p>
                      <a:pPr>
                        <a:buNone/>
                      </a:pPr>
                      <a:r>
                        <a:rPr lang="en-IN" dirty="0"/>
                        <a:t>Order – Tracking Detail</a:t>
                      </a:r>
                    </a:p>
                  </a:txBody>
                  <a:tcPr anchor="ctr"/>
                </a:tc>
                <a:tc>
                  <a:txBody>
                    <a:bodyPr/>
                    <a:lstStyle/>
                    <a:p>
                      <a:pPr>
                        <a:buNone/>
                      </a:pPr>
                      <a:r>
                        <a:rPr lang="en-IN" dirty="0"/>
                        <a:t>Order has tracking records</a:t>
                      </a:r>
                    </a:p>
                  </a:txBody>
                  <a:tcPr anchor="ctr"/>
                </a:tc>
                <a:extLst>
                  <a:ext uri="{0D108BD9-81ED-4DB2-BD59-A6C34878D82A}">
                    <a16:rowId xmlns:a16="http://schemas.microsoft.com/office/drawing/2014/main" val="510052235"/>
                  </a:ext>
                </a:extLst>
              </a:tr>
              <a:tr h="803163">
                <a:tc>
                  <a:txBody>
                    <a:bodyPr/>
                    <a:lstStyle/>
                    <a:p>
                      <a:pPr>
                        <a:buNone/>
                      </a:pPr>
                      <a:r>
                        <a:rPr lang="en-IN" dirty="0"/>
                        <a:t>ISA</a:t>
                      </a:r>
                    </a:p>
                  </a:txBody>
                  <a:tcPr anchor="ctr"/>
                </a:tc>
                <a:tc>
                  <a:txBody>
                    <a:bodyPr/>
                    <a:lstStyle/>
                    <a:p>
                      <a:pPr>
                        <a:buNone/>
                      </a:pPr>
                      <a:r>
                        <a:rPr lang="en-IN" dirty="0"/>
                        <a:t>User – Customer/Employee</a:t>
                      </a:r>
                    </a:p>
                  </a:txBody>
                  <a:tcPr anchor="ctr"/>
                </a:tc>
                <a:tc>
                  <a:txBody>
                    <a:bodyPr/>
                    <a:lstStyle/>
                    <a:p>
                      <a:pPr>
                        <a:buNone/>
                      </a:pPr>
                      <a:r>
                        <a:rPr lang="en-IN" dirty="0"/>
                        <a:t>Customer and Employee are specialized Users</a:t>
                      </a:r>
                    </a:p>
                  </a:txBody>
                  <a:tcPr anchor="ctr"/>
                </a:tc>
                <a:extLst>
                  <a:ext uri="{0D108BD9-81ED-4DB2-BD59-A6C34878D82A}">
                    <a16:rowId xmlns:a16="http://schemas.microsoft.com/office/drawing/2014/main" val="2993583817"/>
                  </a:ext>
                </a:extLst>
              </a:tr>
            </a:tbl>
          </a:graphicData>
        </a:graphic>
      </p:graphicFrame>
      <p:sp>
        <p:nvSpPr>
          <p:cNvPr id="3" name="TextBox 2">
            <a:extLst>
              <a:ext uri="{FF2B5EF4-FFF2-40B4-BE49-F238E27FC236}">
                <a16:creationId xmlns:a16="http://schemas.microsoft.com/office/drawing/2014/main" id="{8AF8D006-860D-B07E-D4A8-ABB55EDC2C07}"/>
              </a:ext>
            </a:extLst>
          </p:cNvPr>
          <p:cNvSpPr txBox="1"/>
          <p:nvPr/>
        </p:nvSpPr>
        <p:spPr>
          <a:xfrm>
            <a:off x="4543720" y="612742"/>
            <a:ext cx="2509790" cy="523220"/>
          </a:xfrm>
          <a:prstGeom prst="rect">
            <a:avLst/>
          </a:prstGeom>
          <a:noFill/>
        </p:spPr>
        <p:txBody>
          <a:bodyPr wrap="none" rtlCol="0">
            <a:spAutoFit/>
          </a:bodyPr>
          <a:lstStyle/>
          <a:p>
            <a:r>
              <a:rPr lang="en-US" sz="2800" b="1" dirty="0">
                <a:solidFill>
                  <a:srgbClr val="0070C0"/>
                </a:solidFill>
              </a:rPr>
              <a:t>RELATIONSHIPS</a:t>
            </a:r>
            <a:endParaRPr lang="en-IN" sz="2800" b="1" dirty="0">
              <a:solidFill>
                <a:srgbClr val="0070C0"/>
              </a:solidFill>
            </a:endParaRPr>
          </a:p>
        </p:txBody>
      </p:sp>
      <p:pic>
        <p:nvPicPr>
          <p:cNvPr id="7" name="Picture 8">
            <a:extLst>
              <a:ext uri="{FF2B5EF4-FFF2-40B4-BE49-F238E27FC236}">
                <a16:creationId xmlns:a16="http://schemas.microsoft.com/office/drawing/2014/main" id="{852F3C61-2EA5-DBE4-DD0E-70352B4A47AC}"/>
              </a:ext>
            </a:extLst>
          </p:cNvPr>
          <p:cNvPicPr>
            <a:picLocks noChangeAspect="1"/>
          </p:cNvPicPr>
          <p:nvPr/>
        </p:nvPicPr>
        <p:blipFill>
          <a:blip r:embed="rId2"/>
          <a:stretch>
            <a:fillRect/>
          </a:stretch>
        </p:blipFill>
        <p:spPr>
          <a:xfrm>
            <a:off x="9444260" y="40824"/>
            <a:ext cx="2611225" cy="1095138"/>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2393121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3E5FC3-B63F-8A44-5ECC-C66FAB9D5700}"/>
              </a:ext>
            </a:extLst>
          </p:cNvPr>
          <p:cNvPicPr>
            <a:picLocks noChangeAspect="1"/>
          </p:cNvPicPr>
          <p:nvPr/>
        </p:nvPicPr>
        <p:blipFill>
          <a:blip r:embed="rId2"/>
          <a:stretch>
            <a:fillRect/>
          </a:stretch>
        </p:blipFill>
        <p:spPr>
          <a:xfrm>
            <a:off x="787400" y="1151466"/>
            <a:ext cx="10126133" cy="5452533"/>
          </a:xfrm>
          <a:prstGeom prst="rect">
            <a:avLst/>
          </a:prstGeom>
        </p:spPr>
      </p:pic>
      <p:sp>
        <p:nvSpPr>
          <p:cNvPr id="7" name="TextBox 6">
            <a:extLst>
              <a:ext uri="{FF2B5EF4-FFF2-40B4-BE49-F238E27FC236}">
                <a16:creationId xmlns:a16="http://schemas.microsoft.com/office/drawing/2014/main" id="{B60A44CC-F539-F7D9-C7C3-542EAA534A13}"/>
              </a:ext>
            </a:extLst>
          </p:cNvPr>
          <p:cNvSpPr txBox="1"/>
          <p:nvPr/>
        </p:nvSpPr>
        <p:spPr>
          <a:xfrm>
            <a:off x="3860800" y="381000"/>
            <a:ext cx="3606800" cy="502702"/>
          </a:xfrm>
          <a:prstGeom prst="rect">
            <a:avLst/>
          </a:prstGeom>
          <a:noFill/>
        </p:spPr>
        <p:txBody>
          <a:bodyPr wrap="square">
            <a:spAutoFit/>
          </a:bodyPr>
          <a:lstStyle/>
          <a:p>
            <a:pPr marL="0" marR="0" lvl="0" indent="0" algn="ctr" defTabSz="457200" rtl="0" fontAlgn="auto" hangingPunct="1">
              <a:lnSpc>
                <a:spcPts val="3240"/>
              </a:lnSpc>
              <a:spcBef>
                <a:spcPts val="0"/>
              </a:spcBef>
              <a:spcAft>
                <a:spcPts val="0"/>
              </a:spcAft>
              <a:buNone/>
              <a:tabLst/>
              <a:defRPr sz="1800" b="0" i="0" u="none" strike="noStrike" kern="0" cap="none" spc="0" baseline="0">
                <a:solidFill>
                  <a:srgbClr val="000000"/>
                </a:solidFill>
                <a:uFillTx/>
              </a:defRPr>
            </a:pPr>
            <a:r>
              <a:rPr lang="en-IN" sz="2700" b="1" i="0" u="none" strike="noStrike" kern="1200" cap="none" spc="0" baseline="0" dirty="0">
                <a:solidFill>
                  <a:srgbClr val="1E3A8A"/>
                </a:solidFill>
                <a:uFillTx/>
                <a:latin typeface="Poppins"/>
              </a:rPr>
              <a:t>S</a:t>
            </a:r>
            <a:r>
              <a:rPr lang="en-IN" sz="2700" b="1" dirty="0">
                <a:solidFill>
                  <a:srgbClr val="1E3A8A"/>
                </a:solidFill>
                <a:latin typeface="Poppins"/>
              </a:rPr>
              <a:t>chema </a:t>
            </a:r>
            <a:endParaRPr lang="en-IN" sz="2700" b="1" i="0" u="none" strike="noStrike" kern="1200" cap="none" spc="0" baseline="0" dirty="0">
              <a:solidFill>
                <a:srgbClr val="1E3A8A"/>
              </a:solidFill>
              <a:uFillTx/>
              <a:latin typeface="Poppins"/>
            </a:endParaRPr>
          </a:p>
        </p:txBody>
      </p:sp>
      <p:pic>
        <p:nvPicPr>
          <p:cNvPr id="9" name="Picture 8">
            <a:extLst>
              <a:ext uri="{FF2B5EF4-FFF2-40B4-BE49-F238E27FC236}">
                <a16:creationId xmlns:a16="http://schemas.microsoft.com/office/drawing/2014/main" id="{FB98EF48-4E72-41B1-A337-611705A82924}"/>
              </a:ext>
            </a:extLst>
          </p:cNvPr>
          <p:cNvPicPr>
            <a:picLocks noChangeAspect="1"/>
          </p:cNvPicPr>
          <p:nvPr/>
        </p:nvPicPr>
        <p:blipFill>
          <a:blip r:embed="rId3"/>
          <a:stretch>
            <a:fillRect/>
          </a:stretch>
        </p:blipFill>
        <p:spPr>
          <a:xfrm>
            <a:off x="9762067" y="1390"/>
            <a:ext cx="2286477" cy="958940"/>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563643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a:extLst>
              <a:ext uri="{FF2B5EF4-FFF2-40B4-BE49-F238E27FC236}">
                <a16:creationId xmlns:a16="http://schemas.microsoft.com/office/drawing/2014/main" id="{115571E4-F039-3144-5783-B95C298FF25D}"/>
              </a:ext>
            </a:extLst>
          </p:cNvPr>
          <p:cNvPicPr>
            <a:picLocks noChangeAspect="1"/>
          </p:cNvPicPr>
          <p:nvPr/>
        </p:nvPicPr>
        <p:blipFill>
          <a:blip r:embed="rId2"/>
          <a:stretch>
            <a:fillRect/>
          </a:stretch>
        </p:blipFill>
        <p:spPr>
          <a:xfrm>
            <a:off x="9216708" y="140482"/>
            <a:ext cx="2611225" cy="1095138"/>
          </a:xfrm>
          <a:prstGeom prst="rect">
            <a:avLst/>
          </a:prstGeom>
          <a:noFill/>
          <a:ln cap="flat">
            <a:noFill/>
          </a:ln>
          <a:effectLst>
            <a:outerShdw dist="22997" dir="5400000" algn="tl">
              <a:srgbClr val="000000">
                <a:alpha val="35000"/>
              </a:srgbClr>
            </a:outerShdw>
          </a:effectLst>
        </p:spPr>
      </p:pic>
      <p:sp>
        <p:nvSpPr>
          <p:cNvPr id="11" name="TextBox 10">
            <a:extLst>
              <a:ext uri="{FF2B5EF4-FFF2-40B4-BE49-F238E27FC236}">
                <a16:creationId xmlns:a16="http://schemas.microsoft.com/office/drawing/2014/main" id="{0CEF9699-BC63-1641-8541-55109E083699}"/>
              </a:ext>
            </a:extLst>
          </p:cNvPr>
          <p:cNvSpPr txBox="1"/>
          <p:nvPr/>
        </p:nvSpPr>
        <p:spPr>
          <a:xfrm>
            <a:off x="2421467" y="436700"/>
            <a:ext cx="6096000" cy="502702"/>
          </a:xfrm>
          <a:prstGeom prst="rect">
            <a:avLst/>
          </a:prstGeom>
          <a:noFill/>
        </p:spPr>
        <p:txBody>
          <a:bodyPr wrap="square">
            <a:spAutoFit/>
          </a:bodyPr>
          <a:lstStyle/>
          <a:p>
            <a:pPr marL="0" marR="0" lvl="0" indent="0" algn="ctr" defTabSz="457200" rtl="0" fontAlgn="auto" hangingPunct="1">
              <a:lnSpc>
                <a:spcPts val="3240"/>
              </a:lnSpc>
              <a:spcBef>
                <a:spcPts val="0"/>
              </a:spcBef>
              <a:spcAft>
                <a:spcPts val="0"/>
              </a:spcAft>
              <a:buNone/>
              <a:tabLst/>
              <a:defRPr sz="1800" b="0" i="0" u="none" strike="noStrike" kern="0" cap="none" spc="0" baseline="0">
                <a:solidFill>
                  <a:srgbClr val="000000"/>
                </a:solidFill>
                <a:uFillTx/>
              </a:defRPr>
            </a:pPr>
            <a:r>
              <a:rPr lang="en-US" sz="2700" b="1" dirty="0">
                <a:solidFill>
                  <a:srgbClr val="1E3A8A"/>
                </a:solidFill>
                <a:latin typeface="Poppins"/>
              </a:rPr>
              <a:t>T</a:t>
            </a:r>
            <a:r>
              <a:rPr lang="en-IN" sz="2700" b="1" dirty="0">
                <a:solidFill>
                  <a:srgbClr val="1E3A8A"/>
                </a:solidFill>
                <a:latin typeface="Poppins"/>
              </a:rPr>
              <a:t>ABLE CREATION </a:t>
            </a:r>
            <a:endParaRPr lang="en-IN" sz="2700" b="1" i="0" u="none" strike="noStrike" kern="1200" cap="none" spc="0" baseline="0" dirty="0">
              <a:solidFill>
                <a:srgbClr val="1E3A8A"/>
              </a:solidFill>
              <a:uFillTx/>
              <a:latin typeface="Poppins"/>
            </a:endParaRPr>
          </a:p>
        </p:txBody>
      </p:sp>
      <p:sp>
        <p:nvSpPr>
          <p:cNvPr id="15" name="Content Placeholder 14">
            <a:extLst>
              <a:ext uri="{FF2B5EF4-FFF2-40B4-BE49-F238E27FC236}">
                <a16:creationId xmlns:a16="http://schemas.microsoft.com/office/drawing/2014/main" id="{5E88F33A-0510-316D-AB6E-75E72A8B5718}"/>
              </a:ext>
            </a:extLst>
          </p:cNvPr>
          <p:cNvSpPr>
            <a:spLocks noGrp="1"/>
          </p:cNvSpPr>
          <p:nvPr>
            <p:ph idx="1"/>
          </p:nvPr>
        </p:nvSpPr>
        <p:spPr>
          <a:xfrm>
            <a:off x="217116" y="939402"/>
            <a:ext cx="5111752" cy="5853110"/>
          </a:xfrm>
        </p:spPr>
        <p:txBody>
          <a:bodyPr>
            <a:normAutofit/>
          </a:bodyPr>
          <a:lstStyle/>
          <a:p>
            <a:pPr marL="0" indent="0">
              <a:buNone/>
            </a:pPr>
            <a:r>
              <a:rPr lang="en-IN" sz="1600" b="1" dirty="0"/>
              <a:t>USER:</a:t>
            </a:r>
          </a:p>
          <a:p>
            <a:pPr marL="0" indent="0">
              <a:buNone/>
            </a:pPr>
            <a:r>
              <a:rPr lang="en-US" sz="1600" dirty="0"/>
              <a:t>CREATE TABLE users (</a:t>
            </a:r>
          </a:p>
          <a:p>
            <a:pPr marL="0" indent="0">
              <a:buNone/>
            </a:pPr>
            <a:r>
              <a:rPr lang="en-US" sz="1600" dirty="0"/>
              <a:t>    u_id INT PRIMARY KEY,</a:t>
            </a:r>
          </a:p>
          <a:p>
            <a:pPr marL="0" indent="0">
              <a:buNone/>
            </a:pPr>
            <a:r>
              <a:rPr lang="en-US" sz="1600" dirty="0"/>
              <a:t>    name VARCHAR2(20),</a:t>
            </a:r>
          </a:p>
          <a:p>
            <a:pPr marL="0" indent="0">
              <a:buNone/>
            </a:pPr>
            <a:r>
              <a:rPr lang="en-US" sz="1600" dirty="0"/>
              <a:t>    email VARCHAR2(20),</a:t>
            </a:r>
          </a:p>
          <a:p>
            <a:pPr marL="0" indent="0">
              <a:buNone/>
            </a:pPr>
            <a:r>
              <a:rPr lang="en-US" sz="1600" dirty="0"/>
              <a:t>    address VARCHAR2(20),</a:t>
            </a:r>
          </a:p>
          <a:p>
            <a:pPr marL="0" indent="0">
              <a:buNone/>
            </a:pPr>
            <a:r>
              <a:rPr lang="en-US" sz="1600" dirty="0"/>
              <a:t>    payment VARCHAR2(20)</a:t>
            </a:r>
          </a:p>
          <a:p>
            <a:pPr marL="0" indent="0">
              <a:buNone/>
            </a:pPr>
            <a:r>
              <a:rPr lang="en-US" sz="1600" dirty="0"/>
              <a:t>);</a:t>
            </a:r>
          </a:p>
          <a:p>
            <a:pPr marL="0" indent="0">
              <a:buNone/>
            </a:pPr>
            <a:r>
              <a:rPr lang="en-US" sz="1600" b="1" dirty="0"/>
              <a:t>OUTPUT:</a:t>
            </a:r>
          </a:p>
          <a:p>
            <a:pPr marL="0" indent="0">
              <a:buNone/>
            </a:pPr>
            <a:endParaRPr lang="en-IN" sz="1600" b="1" dirty="0"/>
          </a:p>
        </p:txBody>
      </p:sp>
      <p:sp>
        <p:nvSpPr>
          <p:cNvPr id="16" name="Content Placeholder 15">
            <a:extLst>
              <a:ext uri="{FF2B5EF4-FFF2-40B4-BE49-F238E27FC236}">
                <a16:creationId xmlns:a16="http://schemas.microsoft.com/office/drawing/2014/main" id="{FC8F6A60-75CA-A9D0-56BF-A654C1537DE3}"/>
              </a:ext>
            </a:extLst>
          </p:cNvPr>
          <p:cNvSpPr>
            <a:spLocks noGrp="1"/>
          </p:cNvSpPr>
          <p:nvPr>
            <p:ph type="body" idx="2"/>
          </p:nvPr>
        </p:nvSpPr>
        <p:spPr>
          <a:xfrm>
            <a:off x="5678488" y="1235620"/>
            <a:ext cx="5675312" cy="5359914"/>
          </a:xfrm>
        </p:spPr>
        <p:txBody>
          <a:bodyPr>
            <a:normAutofit/>
          </a:bodyPr>
          <a:lstStyle/>
          <a:p>
            <a:pPr marL="0" indent="0">
              <a:buNone/>
            </a:pPr>
            <a:r>
              <a:rPr lang="en-IN" sz="1600" b="1" dirty="0"/>
              <a:t>CUSTOMERS:</a:t>
            </a:r>
          </a:p>
          <a:p>
            <a:pPr marL="0" indent="0">
              <a:buNone/>
            </a:pPr>
            <a:r>
              <a:rPr lang="en-US" sz="1600" dirty="0"/>
              <a:t>CREATE TABLE customer (</a:t>
            </a:r>
          </a:p>
          <a:p>
            <a:pPr marL="0" indent="0">
              <a:buNone/>
            </a:pPr>
            <a:r>
              <a:rPr lang="en-US" sz="1600" dirty="0"/>
              <a:t>    tracking_id NUMBER PRIMARY KEY,</a:t>
            </a:r>
          </a:p>
          <a:p>
            <a:pPr marL="0" indent="0">
              <a:buNone/>
            </a:pPr>
            <a:r>
              <a:rPr lang="en-US" sz="1600" dirty="0"/>
              <a:t>    u_id NUMBER,</a:t>
            </a:r>
          </a:p>
          <a:p>
            <a:pPr marL="0" indent="0">
              <a:buNone/>
            </a:pPr>
            <a:r>
              <a:rPr lang="en-US" sz="1600" dirty="0"/>
              <a:t>    joining_date DATE,</a:t>
            </a:r>
          </a:p>
          <a:p>
            <a:pPr marL="0" indent="0">
              <a:buNone/>
            </a:pPr>
            <a:r>
              <a:rPr lang="en-US" sz="1600" dirty="0"/>
              <a:t>    salary NUMBER(10,2),</a:t>
            </a:r>
          </a:p>
          <a:p>
            <a:pPr marL="0" indent="0">
              <a:buNone/>
            </a:pPr>
            <a:r>
              <a:rPr lang="en-US" sz="1600" dirty="0"/>
              <a:t>    FOREIGN KEY (u_id) REFERENCES users(u_id)</a:t>
            </a:r>
          </a:p>
          <a:p>
            <a:pPr marL="0" indent="0">
              <a:buNone/>
            </a:pPr>
            <a:r>
              <a:rPr lang="en-US" sz="1600" dirty="0"/>
              <a:t>);</a:t>
            </a:r>
          </a:p>
          <a:p>
            <a:pPr marL="0" indent="0">
              <a:buNone/>
            </a:pPr>
            <a:r>
              <a:rPr lang="en-US" sz="1600" b="1" dirty="0"/>
              <a:t>OUTPUT:</a:t>
            </a:r>
            <a:endParaRPr lang="en-IN" sz="1600" b="1" dirty="0"/>
          </a:p>
        </p:txBody>
      </p:sp>
      <p:pic>
        <p:nvPicPr>
          <p:cNvPr id="3" name="Picture 2">
            <a:extLst>
              <a:ext uri="{FF2B5EF4-FFF2-40B4-BE49-F238E27FC236}">
                <a16:creationId xmlns:a16="http://schemas.microsoft.com/office/drawing/2014/main" id="{AC173E69-ECE7-A5F9-69EF-083E98B7E5C0}"/>
              </a:ext>
            </a:extLst>
          </p:cNvPr>
          <p:cNvPicPr>
            <a:picLocks noChangeAspect="1"/>
          </p:cNvPicPr>
          <p:nvPr/>
        </p:nvPicPr>
        <p:blipFill>
          <a:blip r:embed="rId3"/>
          <a:stretch>
            <a:fillRect/>
          </a:stretch>
        </p:blipFill>
        <p:spPr>
          <a:xfrm>
            <a:off x="1565117" y="3708119"/>
            <a:ext cx="3347402" cy="2977815"/>
          </a:xfrm>
          <a:prstGeom prst="rect">
            <a:avLst/>
          </a:prstGeom>
        </p:spPr>
      </p:pic>
      <p:pic>
        <p:nvPicPr>
          <p:cNvPr id="5" name="Picture 4">
            <a:extLst>
              <a:ext uri="{FF2B5EF4-FFF2-40B4-BE49-F238E27FC236}">
                <a16:creationId xmlns:a16="http://schemas.microsoft.com/office/drawing/2014/main" id="{5073BDC4-66A4-E2BA-70E9-3149F61E4EA2}"/>
              </a:ext>
            </a:extLst>
          </p:cNvPr>
          <p:cNvPicPr>
            <a:picLocks noChangeAspect="1"/>
          </p:cNvPicPr>
          <p:nvPr/>
        </p:nvPicPr>
        <p:blipFill>
          <a:blip r:embed="rId4"/>
          <a:stretch>
            <a:fillRect/>
          </a:stretch>
        </p:blipFill>
        <p:spPr>
          <a:xfrm>
            <a:off x="6863556" y="3438832"/>
            <a:ext cx="3305175" cy="3114675"/>
          </a:xfrm>
          <a:prstGeom prst="rect">
            <a:avLst/>
          </a:prstGeom>
        </p:spPr>
      </p:pic>
    </p:spTree>
    <p:extLst>
      <p:ext uri="{BB962C8B-B14F-4D97-AF65-F5344CB8AC3E}">
        <p14:creationId xmlns:p14="http://schemas.microsoft.com/office/powerpoint/2010/main" val="4056550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2719D89E-3087-6118-33A2-B2C30A384104}"/>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
        <p:nvSpPr>
          <p:cNvPr id="8" name="Content Placeholder 7">
            <a:extLst>
              <a:ext uri="{FF2B5EF4-FFF2-40B4-BE49-F238E27FC236}">
                <a16:creationId xmlns:a16="http://schemas.microsoft.com/office/drawing/2014/main" id="{1AB25546-5376-BCA3-8A21-105346605D94}"/>
              </a:ext>
            </a:extLst>
          </p:cNvPr>
          <p:cNvSpPr>
            <a:spLocks noGrp="1"/>
          </p:cNvSpPr>
          <p:nvPr>
            <p:ph idx="1"/>
          </p:nvPr>
        </p:nvSpPr>
        <p:spPr>
          <a:xfrm>
            <a:off x="246674" y="874181"/>
            <a:ext cx="5111752" cy="5853110"/>
          </a:xfrm>
        </p:spPr>
        <p:txBody>
          <a:bodyPr>
            <a:normAutofit/>
          </a:bodyPr>
          <a:lstStyle/>
          <a:p>
            <a:pPr marL="0" indent="0">
              <a:buNone/>
            </a:pPr>
            <a:r>
              <a:rPr lang="en-IN" sz="1600" b="1" dirty="0"/>
              <a:t>EMPLOYEE:</a:t>
            </a:r>
          </a:p>
          <a:p>
            <a:pPr marL="0" indent="0">
              <a:buNone/>
            </a:pPr>
            <a:r>
              <a:rPr lang="en-US" sz="1600" dirty="0"/>
              <a:t>create table employee (</a:t>
            </a:r>
          </a:p>
          <a:p>
            <a:pPr marL="0" indent="0">
              <a:buNone/>
            </a:pPr>
            <a:r>
              <a:rPr lang="en-US" sz="1600" dirty="0"/>
              <a:t>    emp_id number primary key,</a:t>
            </a:r>
          </a:p>
          <a:p>
            <a:pPr marL="0" indent="0">
              <a:buNone/>
            </a:pPr>
            <a:r>
              <a:rPr lang="en-US" sz="1600" dirty="0"/>
              <a:t>    u_id number,</a:t>
            </a:r>
          </a:p>
          <a:p>
            <a:pPr marL="0" indent="0">
              <a:buNone/>
            </a:pPr>
            <a:r>
              <a:rPr lang="en-US" sz="1600" dirty="0"/>
              <a:t>    join_date date,</a:t>
            </a:r>
          </a:p>
          <a:p>
            <a:pPr marL="0" indent="0">
              <a:buNone/>
            </a:pPr>
            <a:r>
              <a:rPr lang="en-US" sz="1600" dirty="0"/>
              <a:t>    salary number(10,2),</a:t>
            </a:r>
          </a:p>
          <a:p>
            <a:pPr marL="0" indent="0">
              <a:buNone/>
            </a:pPr>
            <a:r>
              <a:rPr lang="en-US" sz="1600" dirty="0"/>
              <a:t>    foreign key (u_id) references users(u_id)</a:t>
            </a:r>
          </a:p>
          <a:p>
            <a:pPr marL="0" indent="0">
              <a:buNone/>
            </a:pPr>
            <a:r>
              <a:rPr lang="en-US" sz="1600" dirty="0"/>
              <a:t>);</a:t>
            </a:r>
          </a:p>
          <a:p>
            <a:pPr marL="0" indent="0">
              <a:buNone/>
            </a:pPr>
            <a:r>
              <a:rPr lang="en-US" sz="1600" b="1" dirty="0"/>
              <a:t>OUTPUT:</a:t>
            </a:r>
          </a:p>
          <a:p>
            <a:pPr marL="0" indent="0">
              <a:buNone/>
            </a:pPr>
            <a:endParaRPr lang="en-US" sz="1600" b="1" dirty="0"/>
          </a:p>
          <a:p>
            <a:pPr marL="0" indent="0">
              <a:buNone/>
            </a:pPr>
            <a:endParaRPr lang="en-IN" sz="1600" b="1" dirty="0"/>
          </a:p>
        </p:txBody>
      </p:sp>
      <p:sp>
        <p:nvSpPr>
          <p:cNvPr id="9" name="Content Placeholder 8">
            <a:extLst>
              <a:ext uri="{FF2B5EF4-FFF2-40B4-BE49-F238E27FC236}">
                <a16:creationId xmlns:a16="http://schemas.microsoft.com/office/drawing/2014/main" id="{90AE7539-EF87-D028-45AE-097647DB4A6D}"/>
              </a:ext>
            </a:extLst>
          </p:cNvPr>
          <p:cNvSpPr>
            <a:spLocks noGrp="1"/>
          </p:cNvSpPr>
          <p:nvPr>
            <p:ph type="body" idx="2"/>
          </p:nvPr>
        </p:nvSpPr>
        <p:spPr>
          <a:xfrm>
            <a:off x="5934966" y="1004890"/>
            <a:ext cx="6010360" cy="5853110"/>
          </a:xfrm>
        </p:spPr>
        <p:txBody>
          <a:bodyPr>
            <a:normAutofit/>
          </a:bodyPr>
          <a:lstStyle/>
          <a:p>
            <a:pPr marL="0" indent="0">
              <a:buNone/>
            </a:pPr>
            <a:r>
              <a:rPr lang="en-IN" sz="1600" b="1" dirty="0"/>
              <a:t>PRODUCT CATEGORY:</a:t>
            </a:r>
          </a:p>
          <a:p>
            <a:pPr marL="0" indent="0">
              <a:buNone/>
            </a:pPr>
            <a:r>
              <a:rPr lang="en-US" sz="1600" dirty="0"/>
              <a:t>create table product_category (</a:t>
            </a:r>
          </a:p>
          <a:p>
            <a:pPr marL="0" indent="0">
              <a:buNone/>
            </a:pPr>
            <a:r>
              <a:rPr lang="en-US" sz="1600" dirty="0"/>
              <a:t>    c_id number primary key,</a:t>
            </a:r>
          </a:p>
          <a:p>
            <a:pPr marL="0" indent="0">
              <a:buNone/>
            </a:pPr>
            <a:r>
              <a:rPr lang="en-US" sz="1600" dirty="0"/>
              <a:t>    name varchar2(20),</a:t>
            </a:r>
          </a:p>
          <a:p>
            <a:pPr marL="0" indent="0">
              <a:buNone/>
            </a:pPr>
            <a:r>
              <a:rPr lang="en-US" sz="1600" dirty="0"/>
              <a:t>    category_type varchar2(20)</a:t>
            </a:r>
          </a:p>
          <a:p>
            <a:pPr marL="0" indent="0">
              <a:buNone/>
            </a:pPr>
            <a:r>
              <a:rPr lang="en-US" sz="1600" dirty="0"/>
              <a:t>);</a:t>
            </a:r>
          </a:p>
          <a:p>
            <a:pPr marL="0" indent="0">
              <a:buNone/>
            </a:pPr>
            <a:endParaRPr lang="en-US" sz="1600" dirty="0"/>
          </a:p>
          <a:p>
            <a:pPr marL="0" indent="0">
              <a:buNone/>
            </a:pPr>
            <a:endParaRPr lang="en-US" sz="1600" dirty="0"/>
          </a:p>
          <a:p>
            <a:pPr marL="0" indent="0">
              <a:buNone/>
            </a:pPr>
            <a:endParaRPr lang="en-US" sz="1600" dirty="0"/>
          </a:p>
          <a:p>
            <a:pPr marL="0" indent="0">
              <a:buNone/>
            </a:pPr>
            <a:r>
              <a:rPr lang="en-IN" sz="1600" b="1" dirty="0"/>
              <a:t>OUTPUT:</a:t>
            </a:r>
          </a:p>
          <a:p>
            <a:pPr marL="0" indent="0">
              <a:buNone/>
            </a:pPr>
            <a:endParaRPr lang="en-US" sz="1600" b="1" dirty="0"/>
          </a:p>
        </p:txBody>
      </p:sp>
      <p:pic>
        <p:nvPicPr>
          <p:cNvPr id="4" name="Picture 3">
            <a:extLst>
              <a:ext uri="{FF2B5EF4-FFF2-40B4-BE49-F238E27FC236}">
                <a16:creationId xmlns:a16="http://schemas.microsoft.com/office/drawing/2014/main" id="{F7B9F717-FC7F-213B-7A86-69446EA17E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2662" y="3545941"/>
            <a:ext cx="2758563" cy="3244226"/>
          </a:xfrm>
          <a:prstGeom prst="rect">
            <a:avLst/>
          </a:prstGeom>
        </p:spPr>
      </p:pic>
      <p:pic>
        <p:nvPicPr>
          <p:cNvPr id="6" name="Picture 5">
            <a:extLst>
              <a:ext uri="{FF2B5EF4-FFF2-40B4-BE49-F238E27FC236}">
                <a16:creationId xmlns:a16="http://schemas.microsoft.com/office/drawing/2014/main" id="{B86294A1-07C1-EDC9-3EDB-12F164AC00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2167" y="3092091"/>
            <a:ext cx="2973214" cy="3730437"/>
          </a:xfrm>
          <a:prstGeom prst="rect">
            <a:avLst/>
          </a:prstGeom>
        </p:spPr>
      </p:pic>
    </p:spTree>
    <p:extLst>
      <p:ext uri="{BB962C8B-B14F-4D97-AF65-F5344CB8AC3E}">
        <p14:creationId xmlns:p14="http://schemas.microsoft.com/office/powerpoint/2010/main" val="3710736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393A8DF6-82EE-44A3-6A90-18037C5FACAE}"/>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
        <p:nvSpPr>
          <p:cNvPr id="9" name="Content Placeholder 8">
            <a:extLst>
              <a:ext uri="{FF2B5EF4-FFF2-40B4-BE49-F238E27FC236}">
                <a16:creationId xmlns:a16="http://schemas.microsoft.com/office/drawing/2014/main" id="{5699378C-5CAC-F6A7-D4A3-AEB9353DF670}"/>
              </a:ext>
            </a:extLst>
          </p:cNvPr>
          <p:cNvSpPr>
            <a:spLocks noGrp="1"/>
          </p:cNvSpPr>
          <p:nvPr>
            <p:ph idx="1"/>
          </p:nvPr>
        </p:nvSpPr>
        <p:spPr>
          <a:xfrm>
            <a:off x="400047" y="502445"/>
            <a:ext cx="5111752" cy="5853110"/>
          </a:xfrm>
        </p:spPr>
        <p:txBody>
          <a:bodyPr>
            <a:normAutofit/>
          </a:bodyPr>
          <a:lstStyle/>
          <a:p>
            <a:pPr marL="0" indent="0">
              <a:buNone/>
            </a:pPr>
            <a:r>
              <a:rPr lang="en-IN" sz="1600" b="1" dirty="0"/>
              <a:t>PRODUCT:</a:t>
            </a:r>
          </a:p>
          <a:p>
            <a:pPr marL="0" indent="0">
              <a:buNone/>
            </a:pPr>
            <a:r>
              <a:rPr lang="en-US" sz="1600" dirty="0"/>
              <a:t>creat table product (</a:t>
            </a:r>
          </a:p>
          <a:p>
            <a:pPr marL="0" indent="0">
              <a:buNone/>
            </a:pPr>
            <a:r>
              <a:rPr lang="en-US" sz="1600" dirty="0"/>
              <a:t>    p_id number primary key,</a:t>
            </a:r>
          </a:p>
          <a:p>
            <a:pPr marL="0" indent="0">
              <a:buNone/>
            </a:pPr>
            <a:r>
              <a:rPr lang="en-US" sz="1600" dirty="0"/>
              <a:t>    name varchar2(20),</a:t>
            </a:r>
          </a:p>
          <a:p>
            <a:pPr marL="0" indent="0">
              <a:buNone/>
            </a:pPr>
            <a:r>
              <a:rPr lang="en-US" sz="1600" dirty="0"/>
              <a:t>    price number(10,2),</a:t>
            </a:r>
          </a:p>
          <a:p>
            <a:pPr marL="0" indent="0">
              <a:buNone/>
            </a:pPr>
            <a:r>
              <a:rPr lang="en-US" sz="1600" dirty="0"/>
              <a:t>    description varchar2(20),</a:t>
            </a:r>
          </a:p>
          <a:p>
            <a:pPr marL="0" indent="0">
              <a:buNone/>
            </a:pPr>
            <a:r>
              <a:rPr lang="en-US" sz="1600" dirty="0"/>
              <a:t>    c_id number,</a:t>
            </a:r>
          </a:p>
          <a:p>
            <a:pPr marL="0" indent="0">
              <a:buNone/>
            </a:pPr>
            <a:r>
              <a:rPr lang="en-US" sz="1600" dirty="0"/>
              <a:t>    foreign key (c_id) references product_category(c_id)</a:t>
            </a:r>
          </a:p>
          <a:p>
            <a:pPr marL="0" indent="0">
              <a:buNone/>
            </a:pPr>
            <a:r>
              <a:rPr lang="en-US" sz="1600" dirty="0"/>
              <a:t>);</a:t>
            </a:r>
          </a:p>
          <a:p>
            <a:pPr marL="0" indent="0">
              <a:buNone/>
            </a:pPr>
            <a:r>
              <a:rPr lang="en-US" sz="1600" b="1" dirty="0"/>
              <a:t>OUTPUT:</a:t>
            </a:r>
          </a:p>
          <a:p>
            <a:pPr marL="0" indent="0">
              <a:buNone/>
            </a:pPr>
            <a:endParaRPr lang="en-IN" sz="1600" b="1" dirty="0"/>
          </a:p>
        </p:txBody>
      </p:sp>
      <p:sp>
        <p:nvSpPr>
          <p:cNvPr id="10" name="Content Placeholder 9">
            <a:extLst>
              <a:ext uri="{FF2B5EF4-FFF2-40B4-BE49-F238E27FC236}">
                <a16:creationId xmlns:a16="http://schemas.microsoft.com/office/drawing/2014/main" id="{DF3DB00E-789B-4D4F-C654-797914E0A974}"/>
              </a:ext>
            </a:extLst>
          </p:cNvPr>
          <p:cNvSpPr>
            <a:spLocks noGrp="1"/>
          </p:cNvSpPr>
          <p:nvPr>
            <p:ph type="body" idx="2"/>
          </p:nvPr>
        </p:nvSpPr>
        <p:spPr>
          <a:xfrm>
            <a:off x="5621866" y="770467"/>
            <a:ext cx="5325534" cy="5922959"/>
          </a:xfrm>
        </p:spPr>
        <p:txBody>
          <a:bodyPr>
            <a:normAutofit/>
          </a:bodyPr>
          <a:lstStyle/>
          <a:p>
            <a:pPr marL="0" indent="0">
              <a:buNone/>
            </a:pPr>
            <a:r>
              <a:rPr lang="en-IN" sz="1600" b="1" dirty="0"/>
              <a:t>ORDERS:</a:t>
            </a:r>
          </a:p>
          <a:p>
            <a:pPr marL="0" indent="0">
              <a:buNone/>
            </a:pPr>
            <a:r>
              <a:rPr lang="en-US" sz="1600" dirty="0"/>
              <a:t>CREATE TABLE ors ( </a:t>
            </a:r>
          </a:p>
          <a:p>
            <a:pPr marL="0" indent="0">
              <a:buNone/>
            </a:pPr>
            <a:r>
              <a:rPr lang="en-US" sz="1600" dirty="0"/>
              <a:t>    order_no NUMBER, </a:t>
            </a:r>
          </a:p>
          <a:p>
            <a:pPr marL="0" indent="0">
              <a:buNone/>
            </a:pPr>
            <a:r>
              <a:rPr lang="en-US" sz="1600" dirty="0"/>
              <a:t>    u_id NUMBER, </a:t>
            </a:r>
          </a:p>
          <a:p>
            <a:pPr marL="0" indent="0">
              <a:buNone/>
            </a:pPr>
            <a:r>
              <a:rPr lang="en-US" sz="1600" dirty="0"/>
              <a:t>    order_date DATE</a:t>
            </a:r>
          </a:p>
          <a:p>
            <a:pPr marL="0" indent="0">
              <a:buNone/>
            </a:pPr>
            <a:r>
              <a:rPr lang="en-US" sz="1600" dirty="0"/>
              <a:t>    customer_name VARCHAR2(20), </a:t>
            </a:r>
          </a:p>
          <a:p>
            <a:pPr marL="0" indent="0">
              <a:buNone/>
            </a:pPr>
            <a:r>
              <a:rPr lang="en-US" sz="1600" dirty="0"/>
              <a:t>    customer_email VARCHAR2(30), </a:t>
            </a:r>
          </a:p>
          <a:p>
            <a:pPr marL="0" indent="0">
              <a:buNone/>
            </a:pPr>
            <a:r>
              <a:rPr lang="en-US" sz="1600" dirty="0"/>
              <a:t>    product_id NUMBER, </a:t>
            </a:r>
          </a:p>
          <a:p>
            <a:pPr marL="0" indent="0">
              <a:buNone/>
            </a:pPr>
            <a:r>
              <a:rPr lang="en-US" sz="1600" dirty="0"/>
              <a:t>    product_name VARCHAR2(20), </a:t>
            </a:r>
          </a:p>
          <a:p>
            <a:pPr marL="0" indent="0">
              <a:buNone/>
            </a:pPr>
            <a:r>
              <a:rPr lang="en-US" sz="1600" dirty="0"/>
              <a:t>    product_price NUMBER(10,2), </a:t>
            </a:r>
          </a:p>
          <a:p>
            <a:pPr marL="0" indent="0">
              <a:buNone/>
            </a:pPr>
            <a:r>
              <a:rPr lang="en-US" sz="1600" dirty="0"/>
              <a:t>    quantity NUMBER, </a:t>
            </a:r>
          </a:p>
          <a:p>
            <a:pPr marL="0" indent="0">
              <a:buNone/>
            </a:pPr>
            <a:r>
              <a:rPr lang="en-US" sz="1600" dirty="0"/>
              <a:t>    order_amount NUMBER(10,2), </a:t>
            </a:r>
          </a:p>
          <a:p>
            <a:pPr marL="0" indent="0">
              <a:buNone/>
            </a:pPr>
            <a:r>
              <a:rPr lang="en-US" sz="1600" dirty="0"/>
              <a:t>    payment VARCHAR2(20), </a:t>
            </a:r>
          </a:p>
          <a:p>
            <a:pPr marL="0" indent="0">
              <a:buNone/>
            </a:pPr>
            <a:r>
              <a:rPr lang="en-US" sz="1600" dirty="0"/>
              <a:t>    PRIMARY KEY (order_no, product_id), </a:t>
            </a:r>
          </a:p>
          <a:p>
            <a:pPr marL="0" indent="0">
              <a:buNone/>
            </a:pPr>
            <a:r>
              <a:rPr lang="en-US" sz="1600" dirty="0"/>
              <a:t>    FOREIGN KEY (u_id) REFERENCES users(u_id), </a:t>
            </a:r>
          </a:p>
          <a:p>
            <a:pPr marL="0" indent="0">
              <a:buNone/>
            </a:pPr>
            <a:r>
              <a:rPr lang="en-US" sz="1600" dirty="0"/>
              <a:t>    FOREIGN KEY (product_id) REFERENCES product(p_id) </a:t>
            </a:r>
          </a:p>
          <a:p>
            <a:pPr marL="0" indent="0">
              <a:buNone/>
            </a:pPr>
            <a:r>
              <a:rPr lang="en-US" sz="1600" dirty="0"/>
              <a:t>);</a:t>
            </a:r>
          </a:p>
          <a:p>
            <a:pPr marL="0" indent="0">
              <a:buNone/>
            </a:pPr>
            <a:endParaRPr lang="en-IN" sz="1600" b="1" dirty="0"/>
          </a:p>
        </p:txBody>
      </p:sp>
      <p:pic>
        <p:nvPicPr>
          <p:cNvPr id="4" name="Picture 3">
            <a:extLst>
              <a:ext uri="{FF2B5EF4-FFF2-40B4-BE49-F238E27FC236}">
                <a16:creationId xmlns:a16="http://schemas.microsoft.com/office/drawing/2014/main" id="{E50982D1-545F-E191-C407-0561B391D3F7}"/>
              </a:ext>
            </a:extLst>
          </p:cNvPr>
          <p:cNvPicPr>
            <a:picLocks noChangeAspect="1"/>
          </p:cNvPicPr>
          <p:nvPr/>
        </p:nvPicPr>
        <p:blipFill>
          <a:blip r:embed="rId3"/>
          <a:stretch>
            <a:fillRect/>
          </a:stretch>
        </p:blipFill>
        <p:spPr>
          <a:xfrm>
            <a:off x="1379281" y="3438832"/>
            <a:ext cx="3829050" cy="3095625"/>
          </a:xfrm>
          <a:prstGeom prst="rect">
            <a:avLst/>
          </a:prstGeom>
        </p:spPr>
      </p:pic>
    </p:spTree>
    <p:extLst>
      <p:ext uri="{BB962C8B-B14F-4D97-AF65-F5344CB8AC3E}">
        <p14:creationId xmlns:p14="http://schemas.microsoft.com/office/powerpoint/2010/main" val="2155254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a:extLst>
              <a:ext uri="{FF2B5EF4-FFF2-40B4-BE49-F238E27FC236}">
                <a16:creationId xmlns:a16="http://schemas.microsoft.com/office/drawing/2014/main" id="{BBEAF314-72BD-C384-FEF6-80C3D3834965}"/>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
        <p:nvSpPr>
          <p:cNvPr id="7" name="TextBox 6">
            <a:extLst>
              <a:ext uri="{FF2B5EF4-FFF2-40B4-BE49-F238E27FC236}">
                <a16:creationId xmlns:a16="http://schemas.microsoft.com/office/drawing/2014/main" id="{15BC16F2-9A50-7FA5-4C7E-988B2DAB1A54}"/>
              </a:ext>
            </a:extLst>
          </p:cNvPr>
          <p:cNvSpPr txBox="1"/>
          <p:nvPr/>
        </p:nvSpPr>
        <p:spPr>
          <a:xfrm>
            <a:off x="926253" y="1201753"/>
            <a:ext cx="2611225" cy="338554"/>
          </a:xfrm>
          <a:prstGeom prst="rect">
            <a:avLst/>
          </a:prstGeom>
          <a:noFill/>
        </p:spPr>
        <p:txBody>
          <a:bodyPr wrap="square" rtlCol="0">
            <a:spAutoFit/>
          </a:bodyPr>
          <a:lstStyle/>
          <a:p>
            <a:r>
              <a:rPr lang="en-IN" sz="1600" b="1" dirty="0"/>
              <a:t>OUTPUT:</a:t>
            </a:r>
          </a:p>
        </p:txBody>
      </p:sp>
      <p:pic>
        <p:nvPicPr>
          <p:cNvPr id="9" name="Picture 8">
            <a:extLst>
              <a:ext uri="{FF2B5EF4-FFF2-40B4-BE49-F238E27FC236}">
                <a16:creationId xmlns:a16="http://schemas.microsoft.com/office/drawing/2014/main" id="{4046CF8C-4A7F-61DB-78BB-211460AB1985}"/>
              </a:ext>
            </a:extLst>
          </p:cNvPr>
          <p:cNvPicPr>
            <a:picLocks noChangeAspect="1"/>
          </p:cNvPicPr>
          <p:nvPr/>
        </p:nvPicPr>
        <p:blipFill>
          <a:blip r:embed="rId3"/>
          <a:stretch>
            <a:fillRect/>
          </a:stretch>
        </p:blipFill>
        <p:spPr>
          <a:xfrm>
            <a:off x="804333" y="1960880"/>
            <a:ext cx="9701107" cy="3078480"/>
          </a:xfrm>
          <a:prstGeom prst="rect">
            <a:avLst/>
          </a:prstGeom>
        </p:spPr>
      </p:pic>
    </p:spTree>
    <p:extLst>
      <p:ext uri="{BB962C8B-B14F-4D97-AF65-F5344CB8AC3E}">
        <p14:creationId xmlns:p14="http://schemas.microsoft.com/office/powerpoint/2010/main" val="2884305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E7F2A2-9327-6F69-7588-5F9631C255F7}"/>
              </a:ext>
            </a:extLst>
          </p:cNvPr>
          <p:cNvSpPr>
            <a:spLocks noGrp="1"/>
          </p:cNvSpPr>
          <p:nvPr>
            <p:ph idx="1"/>
          </p:nvPr>
        </p:nvSpPr>
        <p:spPr>
          <a:xfrm>
            <a:off x="5835647" y="654184"/>
            <a:ext cx="5111752" cy="5853110"/>
          </a:xfrm>
        </p:spPr>
        <p:txBody>
          <a:bodyPr>
            <a:normAutofit/>
          </a:bodyPr>
          <a:lstStyle/>
          <a:p>
            <a:pPr marL="0" indent="0">
              <a:buNone/>
            </a:pPr>
            <a:r>
              <a:rPr lang="en-IN" sz="1600" b="1" dirty="0"/>
              <a:t>TRAKING DETAIL:</a:t>
            </a:r>
          </a:p>
          <a:p>
            <a:pPr marL="0" indent="0">
              <a:buNone/>
            </a:pPr>
            <a:r>
              <a:rPr lang="en-US" sz="1600" dirty="0"/>
              <a:t>create table tracking_detail (</a:t>
            </a:r>
          </a:p>
          <a:p>
            <a:pPr marL="0" indent="0">
              <a:buNone/>
            </a:pPr>
            <a:r>
              <a:rPr lang="en-US" sz="1600" dirty="0"/>
              <a:t>    t_id number primary key,</a:t>
            </a:r>
          </a:p>
          <a:p>
            <a:pPr marL="0" indent="0">
              <a:buNone/>
            </a:pPr>
            <a:r>
              <a:rPr lang="en-US" sz="1600" dirty="0"/>
              <a:t>    status varchar2(50),</a:t>
            </a:r>
          </a:p>
          <a:p>
            <a:pPr marL="0" indent="0">
              <a:buNone/>
            </a:pPr>
            <a:r>
              <a:rPr lang="en-US" sz="1600" dirty="0"/>
              <a:t>    order_no number,</a:t>
            </a:r>
          </a:p>
          <a:p>
            <a:pPr marL="0" indent="0">
              <a:buNone/>
            </a:pPr>
            <a:r>
              <a:rPr lang="en-US" sz="1600" dirty="0"/>
              <a:t>    current_location varchar2(100),</a:t>
            </a:r>
          </a:p>
          <a:p>
            <a:pPr marL="0" indent="0">
              <a:buNone/>
            </a:pPr>
            <a:r>
              <a:rPr lang="en-US" sz="1600" dirty="0"/>
              <a:t>    foreign key (order_no) references orders(order_no)</a:t>
            </a:r>
          </a:p>
          <a:p>
            <a:pPr marL="0" indent="0">
              <a:buNone/>
            </a:pPr>
            <a:r>
              <a:rPr lang="en-US" sz="1600" dirty="0"/>
              <a:t>);</a:t>
            </a:r>
          </a:p>
          <a:p>
            <a:pPr marL="0" indent="0">
              <a:buNone/>
            </a:pPr>
            <a:r>
              <a:rPr lang="en-US" sz="1600" b="1" dirty="0"/>
              <a:t>OUTPUT:</a:t>
            </a:r>
          </a:p>
          <a:p>
            <a:pPr marL="0" indent="0">
              <a:buNone/>
            </a:pPr>
            <a:endParaRPr lang="en-IN" sz="1600" b="1" dirty="0"/>
          </a:p>
        </p:txBody>
      </p:sp>
      <p:sp>
        <p:nvSpPr>
          <p:cNvPr id="4" name="Content Placeholder 3">
            <a:extLst>
              <a:ext uri="{FF2B5EF4-FFF2-40B4-BE49-F238E27FC236}">
                <a16:creationId xmlns:a16="http://schemas.microsoft.com/office/drawing/2014/main" id="{AAD1F4B1-507B-BDA5-C74C-79E4DAD4B3C8}"/>
              </a:ext>
            </a:extLst>
          </p:cNvPr>
          <p:cNvSpPr>
            <a:spLocks noGrp="1"/>
          </p:cNvSpPr>
          <p:nvPr>
            <p:ph type="body" idx="2"/>
          </p:nvPr>
        </p:nvSpPr>
        <p:spPr>
          <a:xfrm>
            <a:off x="330200" y="588428"/>
            <a:ext cx="4564065" cy="5918866"/>
          </a:xfrm>
        </p:spPr>
        <p:txBody>
          <a:bodyPr>
            <a:normAutofit/>
          </a:bodyPr>
          <a:lstStyle/>
          <a:p>
            <a:pPr marL="0" indent="0">
              <a:buNone/>
            </a:pPr>
            <a:r>
              <a:rPr lang="en-IN" sz="1600" b="1" dirty="0"/>
              <a:t>CART:</a:t>
            </a:r>
          </a:p>
          <a:p>
            <a:pPr marL="0" indent="0">
              <a:buNone/>
            </a:pPr>
            <a:r>
              <a:rPr lang="en-US" sz="1600" dirty="0"/>
              <a:t>create table cart (</a:t>
            </a:r>
          </a:p>
          <a:p>
            <a:pPr marL="0" indent="0">
              <a:buNone/>
            </a:pPr>
            <a:r>
              <a:rPr lang="en-US" sz="1600" dirty="0"/>
              <a:t>    cart_id number primary key,</a:t>
            </a:r>
          </a:p>
          <a:p>
            <a:pPr marL="0" indent="0">
              <a:buNone/>
            </a:pPr>
            <a:r>
              <a:rPr lang="en-US" sz="1600" dirty="0"/>
              <a:t>    quantity number,</a:t>
            </a:r>
          </a:p>
          <a:p>
            <a:pPr marL="0" indent="0">
              <a:buNone/>
            </a:pPr>
            <a:r>
              <a:rPr lang="en-US" sz="1600" dirty="0"/>
              <a:t>    added_no date,</a:t>
            </a:r>
          </a:p>
          <a:p>
            <a:pPr marL="0" indent="0">
              <a:buNone/>
            </a:pPr>
            <a:r>
              <a:rPr lang="en-US" sz="1600" dirty="0"/>
              <a:t>    u_id number,</a:t>
            </a:r>
          </a:p>
          <a:p>
            <a:pPr marL="0" indent="0">
              <a:buNone/>
            </a:pPr>
            <a:r>
              <a:rPr lang="en-US" sz="1600" dirty="0"/>
              <a:t>    foreign key (u_id) references users(u_id)</a:t>
            </a:r>
          </a:p>
          <a:p>
            <a:pPr marL="0" indent="0">
              <a:buNone/>
            </a:pPr>
            <a:r>
              <a:rPr lang="en-US" sz="1600" dirty="0"/>
              <a:t>);</a:t>
            </a:r>
          </a:p>
          <a:p>
            <a:pPr marL="0" indent="0">
              <a:buNone/>
            </a:pPr>
            <a:r>
              <a:rPr lang="en-IN" sz="1600" b="1" dirty="0"/>
              <a:t>OUTPUT:</a:t>
            </a:r>
          </a:p>
          <a:p>
            <a:pPr marL="0" indent="0">
              <a:buNone/>
            </a:pPr>
            <a:endParaRPr lang="en-US" sz="1600" b="1" dirty="0"/>
          </a:p>
        </p:txBody>
      </p:sp>
      <p:pic>
        <p:nvPicPr>
          <p:cNvPr id="6" name="Picture 8">
            <a:extLst>
              <a:ext uri="{FF2B5EF4-FFF2-40B4-BE49-F238E27FC236}">
                <a16:creationId xmlns:a16="http://schemas.microsoft.com/office/drawing/2014/main" id="{8328C2C4-18D6-AFE4-693D-3B2EAEE25DFE}"/>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pic>
        <p:nvPicPr>
          <p:cNvPr id="5" name="Picture 4">
            <a:extLst>
              <a:ext uri="{FF2B5EF4-FFF2-40B4-BE49-F238E27FC236}">
                <a16:creationId xmlns:a16="http://schemas.microsoft.com/office/drawing/2014/main" id="{316C0D0B-8B1B-E84A-3C1F-EC8CD606D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9799" y="2893910"/>
            <a:ext cx="3540216" cy="3772361"/>
          </a:xfrm>
          <a:prstGeom prst="rect">
            <a:avLst/>
          </a:prstGeom>
        </p:spPr>
      </p:pic>
      <p:pic>
        <p:nvPicPr>
          <p:cNvPr id="9" name="Picture 8">
            <a:extLst>
              <a:ext uri="{FF2B5EF4-FFF2-40B4-BE49-F238E27FC236}">
                <a16:creationId xmlns:a16="http://schemas.microsoft.com/office/drawing/2014/main" id="{DFC816AE-A873-04E8-353E-E9510F10B7B9}"/>
              </a:ext>
            </a:extLst>
          </p:cNvPr>
          <p:cNvPicPr>
            <a:picLocks noChangeAspect="1"/>
          </p:cNvPicPr>
          <p:nvPr/>
        </p:nvPicPr>
        <p:blipFill>
          <a:blip r:embed="rId4"/>
          <a:stretch>
            <a:fillRect/>
          </a:stretch>
        </p:blipFill>
        <p:spPr>
          <a:xfrm>
            <a:off x="6881659" y="3364044"/>
            <a:ext cx="3970542" cy="3466346"/>
          </a:xfrm>
          <a:prstGeom prst="rect">
            <a:avLst/>
          </a:prstGeom>
        </p:spPr>
      </p:pic>
    </p:spTree>
    <p:extLst>
      <p:ext uri="{BB962C8B-B14F-4D97-AF65-F5344CB8AC3E}">
        <p14:creationId xmlns:p14="http://schemas.microsoft.com/office/powerpoint/2010/main" val="1178881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DF6533-1221-5F7C-A62F-E57067AA0895}"/>
              </a:ext>
            </a:extLst>
          </p:cNvPr>
          <p:cNvSpPr>
            <a:spLocks noGrp="1"/>
          </p:cNvSpPr>
          <p:nvPr>
            <p:ph idx="1"/>
          </p:nvPr>
        </p:nvSpPr>
        <p:spPr>
          <a:xfrm>
            <a:off x="430870" y="903809"/>
            <a:ext cx="4343400" cy="5853110"/>
          </a:xfrm>
        </p:spPr>
        <p:txBody>
          <a:bodyPr>
            <a:normAutofit/>
          </a:bodyPr>
          <a:lstStyle/>
          <a:p>
            <a:pPr>
              <a:buAutoNum type="arabicPeriod"/>
            </a:pPr>
            <a:r>
              <a:rPr lang="en-IN" sz="1600" dirty="0"/>
              <a:t>DISPLAY ALL USERS</a:t>
            </a:r>
          </a:p>
          <a:p>
            <a:pPr marL="0" indent="0">
              <a:buNone/>
            </a:pPr>
            <a:r>
              <a:rPr lang="en-IN" sz="1600" dirty="0"/>
              <a:t>SELECT * FROM users;</a:t>
            </a:r>
          </a:p>
          <a:p>
            <a:pPr marL="0" indent="0">
              <a:buNone/>
            </a:pPr>
            <a:endParaRPr lang="en-IN" sz="1600" dirty="0"/>
          </a:p>
        </p:txBody>
      </p:sp>
      <p:sp>
        <p:nvSpPr>
          <p:cNvPr id="4" name="Content Placeholder 3">
            <a:extLst>
              <a:ext uri="{FF2B5EF4-FFF2-40B4-BE49-F238E27FC236}">
                <a16:creationId xmlns:a16="http://schemas.microsoft.com/office/drawing/2014/main" id="{EC20A611-131B-88BF-23EA-C2B3E08B9B24}"/>
              </a:ext>
            </a:extLst>
          </p:cNvPr>
          <p:cNvSpPr>
            <a:spLocks noGrp="1"/>
          </p:cNvSpPr>
          <p:nvPr>
            <p:ph type="body" idx="2"/>
          </p:nvPr>
        </p:nvSpPr>
        <p:spPr>
          <a:xfrm>
            <a:off x="4940301" y="1233495"/>
            <a:ext cx="6067109" cy="5260438"/>
          </a:xfrm>
        </p:spPr>
        <p:txBody>
          <a:bodyPr>
            <a:normAutofit/>
          </a:bodyPr>
          <a:lstStyle/>
          <a:p>
            <a:pPr marL="0" indent="0">
              <a:buNone/>
            </a:pPr>
            <a:r>
              <a:rPr lang="en-IN" sz="1600" dirty="0"/>
              <a:t>3. FIND PRODUCT WITH PRICE GREATER THAN 5000</a:t>
            </a:r>
          </a:p>
          <a:p>
            <a:pPr marL="0" indent="0">
              <a:buNone/>
            </a:pPr>
            <a:r>
              <a:rPr lang="en-US" sz="1600" dirty="0"/>
              <a:t>SELECT *FROM product WHERE price &gt; 5000;</a:t>
            </a:r>
          </a:p>
          <a:p>
            <a:pPr marL="0" indent="0">
              <a:buNone/>
            </a:pPr>
            <a:endParaRPr lang="en-US"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r>
              <a:rPr lang="en-IN" sz="1600" dirty="0"/>
              <a:t>4. FIND PRODUCTS WITH PRICE BETWEEN 1000 AND 1000</a:t>
            </a:r>
          </a:p>
          <a:p>
            <a:pPr marL="0" indent="0">
              <a:buNone/>
            </a:pPr>
            <a:r>
              <a:rPr lang="en-US" sz="1600" dirty="0"/>
              <a:t>SELECT *FROM product WHERE price BETWEEN 1000 AND 10000;</a:t>
            </a:r>
          </a:p>
          <a:p>
            <a:pPr marL="0" indent="0">
              <a:buNone/>
            </a:pPr>
            <a:endParaRPr lang="en-US" sz="1600" b="1" dirty="0"/>
          </a:p>
          <a:p>
            <a:pPr marL="0" indent="0">
              <a:buNone/>
            </a:pPr>
            <a:endParaRPr lang="en-IN" sz="1600" dirty="0"/>
          </a:p>
          <a:p>
            <a:pPr marL="0" indent="0">
              <a:buNone/>
            </a:pPr>
            <a:endParaRPr lang="en-IN" sz="1600" dirty="0"/>
          </a:p>
        </p:txBody>
      </p:sp>
      <p:pic>
        <p:nvPicPr>
          <p:cNvPr id="6" name="Picture 8">
            <a:extLst>
              <a:ext uri="{FF2B5EF4-FFF2-40B4-BE49-F238E27FC236}">
                <a16:creationId xmlns:a16="http://schemas.microsoft.com/office/drawing/2014/main" id="{F5931474-18D6-A5B4-E15D-4B627F4FB5E8}"/>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
        <p:nvSpPr>
          <p:cNvPr id="8" name="TextBox 7">
            <a:extLst>
              <a:ext uri="{FF2B5EF4-FFF2-40B4-BE49-F238E27FC236}">
                <a16:creationId xmlns:a16="http://schemas.microsoft.com/office/drawing/2014/main" id="{80407684-4A2A-47BB-9549-A4F6090E1BE7}"/>
              </a:ext>
            </a:extLst>
          </p:cNvPr>
          <p:cNvSpPr txBox="1"/>
          <p:nvPr/>
        </p:nvSpPr>
        <p:spPr>
          <a:xfrm>
            <a:off x="2413000" y="151482"/>
            <a:ext cx="6096000" cy="502702"/>
          </a:xfrm>
          <a:prstGeom prst="rect">
            <a:avLst/>
          </a:prstGeom>
          <a:noFill/>
        </p:spPr>
        <p:txBody>
          <a:bodyPr wrap="square">
            <a:spAutoFit/>
          </a:bodyPr>
          <a:lstStyle/>
          <a:p>
            <a:pPr marL="0" marR="0" lvl="0" indent="0" algn="ctr" defTabSz="457200" rtl="0" fontAlgn="auto" hangingPunct="1">
              <a:lnSpc>
                <a:spcPts val="3240"/>
              </a:lnSpc>
              <a:spcBef>
                <a:spcPts val="0"/>
              </a:spcBef>
              <a:spcAft>
                <a:spcPts val="0"/>
              </a:spcAft>
              <a:buNone/>
              <a:tabLst/>
              <a:defRPr sz="1800" b="0" i="0" u="none" strike="noStrike" kern="0" cap="none" spc="0" baseline="0">
                <a:solidFill>
                  <a:srgbClr val="000000"/>
                </a:solidFill>
                <a:uFillTx/>
              </a:defRPr>
            </a:pPr>
            <a:r>
              <a:rPr lang="en-US" sz="2700" b="1" dirty="0">
                <a:solidFill>
                  <a:srgbClr val="1E3A8A"/>
                </a:solidFill>
                <a:latin typeface="Poppins"/>
              </a:rPr>
              <a:t>QUERIES</a:t>
            </a:r>
            <a:r>
              <a:rPr lang="en-IN" sz="2700" b="1" dirty="0">
                <a:solidFill>
                  <a:srgbClr val="1E3A8A"/>
                </a:solidFill>
                <a:latin typeface="Poppins"/>
              </a:rPr>
              <a:t> </a:t>
            </a:r>
            <a:endParaRPr lang="en-IN" sz="2700" b="1" i="0" u="none" strike="noStrike" kern="1200" cap="none" spc="0" baseline="0" dirty="0">
              <a:solidFill>
                <a:srgbClr val="1E3A8A"/>
              </a:solidFill>
              <a:uFillTx/>
              <a:latin typeface="Poppins"/>
            </a:endParaRPr>
          </a:p>
        </p:txBody>
      </p:sp>
      <p:pic>
        <p:nvPicPr>
          <p:cNvPr id="10" name="Picture 9">
            <a:extLst>
              <a:ext uri="{FF2B5EF4-FFF2-40B4-BE49-F238E27FC236}">
                <a16:creationId xmlns:a16="http://schemas.microsoft.com/office/drawing/2014/main" id="{83861957-B241-4D71-53E0-1A3269BF34C5}"/>
              </a:ext>
            </a:extLst>
          </p:cNvPr>
          <p:cNvPicPr>
            <a:picLocks noChangeAspect="1"/>
          </p:cNvPicPr>
          <p:nvPr/>
        </p:nvPicPr>
        <p:blipFill>
          <a:blip r:embed="rId3"/>
          <a:stretch>
            <a:fillRect/>
          </a:stretch>
        </p:blipFill>
        <p:spPr>
          <a:xfrm>
            <a:off x="512235" y="1735667"/>
            <a:ext cx="3649133" cy="1600200"/>
          </a:xfrm>
          <a:prstGeom prst="rect">
            <a:avLst/>
          </a:prstGeom>
        </p:spPr>
      </p:pic>
      <p:sp>
        <p:nvSpPr>
          <p:cNvPr id="12" name="TextBox 11">
            <a:extLst>
              <a:ext uri="{FF2B5EF4-FFF2-40B4-BE49-F238E27FC236}">
                <a16:creationId xmlns:a16="http://schemas.microsoft.com/office/drawing/2014/main" id="{E80850FC-36D5-2A40-42A7-FC08500DC35C}"/>
              </a:ext>
            </a:extLst>
          </p:cNvPr>
          <p:cNvSpPr txBox="1"/>
          <p:nvPr/>
        </p:nvSpPr>
        <p:spPr>
          <a:xfrm>
            <a:off x="592667" y="3522134"/>
            <a:ext cx="4343400" cy="892552"/>
          </a:xfrm>
          <a:prstGeom prst="rect">
            <a:avLst/>
          </a:prstGeom>
          <a:noFill/>
        </p:spPr>
        <p:txBody>
          <a:bodyPr wrap="square" rtlCol="0">
            <a:spAutoFit/>
          </a:bodyPr>
          <a:lstStyle/>
          <a:p>
            <a:r>
              <a:rPr lang="en-IN" sz="1600" dirty="0"/>
              <a:t>2. DISPLAY ONLY USER NAMES AND EMAILS</a:t>
            </a:r>
            <a:r>
              <a:rPr lang="en-IN" dirty="0"/>
              <a:t>.</a:t>
            </a:r>
          </a:p>
          <a:p>
            <a:r>
              <a:rPr lang="en-US" sz="1600" dirty="0"/>
              <a:t>SELECT name, email FROM users;</a:t>
            </a:r>
            <a:endParaRPr lang="en-IN" sz="1600" dirty="0"/>
          </a:p>
          <a:p>
            <a:endParaRPr lang="en-IN" dirty="0"/>
          </a:p>
        </p:txBody>
      </p:sp>
      <p:pic>
        <p:nvPicPr>
          <p:cNvPr id="14" name="Picture 13">
            <a:extLst>
              <a:ext uri="{FF2B5EF4-FFF2-40B4-BE49-F238E27FC236}">
                <a16:creationId xmlns:a16="http://schemas.microsoft.com/office/drawing/2014/main" id="{AF07D9BA-EA3C-40CA-BFF2-E1506A6D99F8}"/>
              </a:ext>
            </a:extLst>
          </p:cNvPr>
          <p:cNvPicPr>
            <a:picLocks noChangeAspect="1"/>
          </p:cNvPicPr>
          <p:nvPr/>
        </p:nvPicPr>
        <p:blipFill>
          <a:blip r:embed="rId4"/>
          <a:stretch>
            <a:fillRect/>
          </a:stretch>
        </p:blipFill>
        <p:spPr>
          <a:xfrm>
            <a:off x="588433" y="4226778"/>
            <a:ext cx="3649133" cy="2196351"/>
          </a:xfrm>
          <a:prstGeom prst="rect">
            <a:avLst/>
          </a:prstGeom>
        </p:spPr>
      </p:pic>
      <p:pic>
        <p:nvPicPr>
          <p:cNvPr id="16" name="Picture 15">
            <a:extLst>
              <a:ext uri="{FF2B5EF4-FFF2-40B4-BE49-F238E27FC236}">
                <a16:creationId xmlns:a16="http://schemas.microsoft.com/office/drawing/2014/main" id="{E243D788-6EA9-D0BD-40FA-204EB6CEF395}"/>
              </a:ext>
            </a:extLst>
          </p:cNvPr>
          <p:cNvPicPr>
            <a:picLocks noChangeAspect="1"/>
          </p:cNvPicPr>
          <p:nvPr/>
        </p:nvPicPr>
        <p:blipFill>
          <a:blip r:embed="rId5"/>
          <a:stretch>
            <a:fillRect/>
          </a:stretch>
        </p:blipFill>
        <p:spPr>
          <a:xfrm>
            <a:off x="5833532" y="1991864"/>
            <a:ext cx="3847043" cy="1132336"/>
          </a:xfrm>
          <a:prstGeom prst="rect">
            <a:avLst/>
          </a:prstGeom>
        </p:spPr>
      </p:pic>
      <p:pic>
        <p:nvPicPr>
          <p:cNvPr id="18" name="Picture 17">
            <a:extLst>
              <a:ext uri="{FF2B5EF4-FFF2-40B4-BE49-F238E27FC236}">
                <a16:creationId xmlns:a16="http://schemas.microsoft.com/office/drawing/2014/main" id="{4B53701A-A3CF-5724-2B27-AEFF3FB7C79A}"/>
              </a:ext>
            </a:extLst>
          </p:cNvPr>
          <p:cNvPicPr>
            <a:picLocks noChangeAspect="1"/>
          </p:cNvPicPr>
          <p:nvPr/>
        </p:nvPicPr>
        <p:blipFill>
          <a:blip r:embed="rId6"/>
          <a:stretch>
            <a:fillRect/>
          </a:stretch>
        </p:blipFill>
        <p:spPr>
          <a:xfrm>
            <a:off x="5490103" y="4109764"/>
            <a:ext cx="4533900" cy="2196352"/>
          </a:xfrm>
          <a:prstGeom prst="rect">
            <a:avLst/>
          </a:prstGeom>
        </p:spPr>
      </p:pic>
    </p:spTree>
    <p:extLst>
      <p:ext uri="{BB962C8B-B14F-4D97-AF65-F5344CB8AC3E}">
        <p14:creationId xmlns:p14="http://schemas.microsoft.com/office/powerpoint/2010/main" val="2357435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24B19A-6B38-ED0B-1695-A617D23E5565}"/>
              </a:ext>
            </a:extLst>
          </p:cNvPr>
          <p:cNvSpPr>
            <a:spLocks noGrp="1"/>
          </p:cNvSpPr>
          <p:nvPr>
            <p:ph idx="1"/>
          </p:nvPr>
        </p:nvSpPr>
        <p:spPr>
          <a:xfrm>
            <a:off x="338666" y="273048"/>
            <a:ext cx="5669225" cy="6110819"/>
          </a:xfrm>
        </p:spPr>
        <p:txBody>
          <a:bodyPr>
            <a:normAutofit/>
          </a:bodyPr>
          <a:lstStyle/>
          <a:p>
            <a:pPr marL="0" indent="0">
              <a:buNone/>
            </a:pPr>
            <a:r>
              <a:rPr lang="en-IN" sz="1600" dirty="0"/>
              <a:t>5. DISPLAY PRODUCTS IN ASCENDING ORDER OF PRICE.</a:t>
            </a:r>
          </a:p>
          <a:p>
            <a:pPr marL="0" indent="0">
              <a:buNone/>
            </a:pPr>
            <a:r>
              <a:rPr lang="en-IN" sz="1600" dirty="0"/>
              <a:t> SELECT *FROM product ORDER BY price ASC;</a:t>
            </a:r>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r>
              <a:rPr lang="en-IN" sz="1600" dirty="0"/>
              <a:t>6. DISPLAY THE USERID, CUSTOME NAME ,ORDER NAME AND OREDER AMOUNT ALONG WITH CUSTOMER</a:t>
            </a:r>
          </a:p>
          <a:p>
            <a:pPr marL="0" indent="0">
              <a:buNone/>
            </a:pPr>
            <a:r>
              <a:rPr lang="en-US" sz="1600" dirty="0"/>
              <a:t>SELECT u.u_id, u.name, o.order_no, o.order_amount</a:t>
            </a:r>
          </a:p>
          <a:p>
            <a:pPr marL="0" indent="0">
              <a:buNone/>
            </a:pPr>
            <a:r>
              <a:rPr lang="en-US" sz="1600" dirty="0"/>
              <a:t>FROM users u</a:t>
            </a:r>
          </a:p>
          <a:p>
            <a:pPr marL="0" indent="0">
              <a:buNone/>
            </a:pPr>
            <a:r>
              <a:rPr lang="en-US" sz="1600" dirty="0"/>
              <a:t>JOIN orders o</a:t>
            </a:r>
          </a:p>
          <a:p>
            <a:pPr marL="0" indent="0">
              <a:buNone/>
            </a:pPr>
            <a:r>
              <a:rPr lang="en-US" sz="1600" dirty="0"/>
              <a:t>ON u.u_id = o.u_id;</a:t>
            </a:r>
          </a:p>
          <a:p>
            <a:pPr marL="0" indent="0">
              <a:buNone/>
            </a:pPr>
            <a:endParaRPr lang="en-IN" sz="1600" dirty="0"/>
          </a:p>
          <a:p>
            <a:pPr marL="0" indent="0">
              <a:buNone/>
            </a:pPr>
            <a:r>
              <a:rPr lang="en-IN" sz="1600" dirty="0"/>
              <a:t>  </a:t>
            </a:r>
          </a:p>
          <a:p>
            <a:pPr marL="0" indent="0">
              <a:buNone/>
            </a:pPr>
            <a:endParaRPr lang="en-IN" sz="1600" dirty="0"/>
          </a:p>
        </p:txBody>
      </p:sp>
      <p:sp>
        <p:nvSpPr>
          <p:cNvPr id="4" name="Content Placeholder 3">
            <a:extLst>
              <a:ext uri="{FF2B5EF4-FFF2-40B4-BE49-F238E27FC236}">
                <a16:creationId xmlns:a16="http://schemas.microsoft.com/office/drawing/2014/main" id="{35642E39-ADDA-8B5A-E03D-DB77E25DDB78}"/>
              </a:ext>
            </a:extLst>
          </p:cNvPr>
          <p:cNvSpPr>
            <a:spLocks noGrp="1"/>
          </p:cNvSpPr>
          <p:nvPr>
            <p:ph type="body" idx="2"/>
          </p:nvPr>
        </p:nvSpPr>
        <p:spPr>
          <a:xfrm>
            <a:off x="6184111" y="324902"/>
            <a:ext cx="5481898" cy="6279097"/>
          </a:xfrm>
        </p:spPr>
        <p:txBody>
          <a:bodyPr>
            <a:normAutofit/>
          </a:bodyPr>
          <a:lstStyle/>
          <a:p>
            <a:pPr marL="0" indent="0">
              <a:buNone/>
            </a:pPr>
            <a:r>
              <a:rPr lang="en-IN" sz="1600" dirty="0"/>
              <a:t>7. DISPLAY PRODUCT DETILS ALONG WITH </a:t>
            </a:r>
          </a:p>
          <a:p>
            <a:pPr marL="0" indent="0">
              <a:buNone/>
            </a:pPr>
            <a:r>
              <a:rPr lang="en-IN" sz="1600" dirty="0"/>
              <a:t>CATEGORY DETAILS </a:t>
            </a:r>
          </a:p>
          <a:p>
            <a:endParaRPr lang="en-US" sz="1600" dirty="0"/>
          </a:p>
          <a:p>
            <a:r>
              <a:rPr lang="en-US" sz="1600" dirty="0"/>
              <a:t>SELECT p.p_id, p.name, p.price, pc.name AS category_name</a:t>
            </a:r>
          </a:p>
          <a:p>
            <a:r>
              <a:rPr lang="en-US" sz="1600" dirty="0"/>
              <a:t>FROM product p</a:t>
            </a:r>
          </a:p>
          <a:p>
            <a:r>
              <a:rPr lang="en-US" sz="1600" dirty="0"/>
              <a:t>JOIN product_category pc</a:t>
            </a:r>
          </a:p>
          <a:p>
            <a:r>
              <a:rPr lang="en-US" sz="1600" dirty="0"/>
              <a:t>ON p.c_id = pc.c_id;</a:t>
            </a: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r>
              <a:rPr lang="en-IN" sz="1600" dirty="0"/>
              <a:t>8. DISPLAY TRACKING DETAILS WITH CORRESPONDING ORDER</a:t>
            </a:r>
          </a:p>
          <a:p>
            <a:r>
              <a:rPr lang="en-IN" sz="1600" dirty="0"/>
              <a:t>SELECT t.t_id, t.status, t.current_location,</a:t>
            </a:r>
          </a:p>
          <a:p>
            <a:r>
              <a:rPr lang="en-IN" sz="1600" dirty="0"/>
              <a:t>       o.order_no, o.order_amount</a:t>
            </a:r>
          </a:p>
          <a:p>
            <a:r>
              <a:rPr lang="en-IN" sz="1600" dirty="0"/>
              <a:t>FROM tracking_detail t</a:t>
            </a:r>
          </a:p>
          <a:p>
            <a:r>
              <a:rPr lang="en-IN" sz="1600" dirty="0"/>
              <a:t>JOIN orders o</a:t>
            </a:r>
          </a:p>
          <a:p>
            <a:r>
              <a:rPr lang="en-IN" sz="1600" dirty="0"/>
              <a:t>ON t.order_no = o.order_no;</a:t>
            </a:r>
          </a:p>
          <a:p>
            <a:pPr marL="0" indent="0">
              <a:buNone/>
            </a:pPr>
            <a:r>
              <a:rPr lang="en-IN" sz="1600" dirty="0"/>
              <a:t> </a:t>
            </a:r>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p:txBody>
      </p:sp>
      <p:pic>
        <p:nvPicPr>
          <p:cNvPr id="6" name="Picture 8">
            <a:extLst>
              <a:ext uri="{FF2B5EF4-FFF2-40B4-BE49-F238E27FC236}">
                <a16:creationId xmlns:a16="http://schemas.microsoft.com/office/drawing/2014/main" id="{D6A6898D-0526-A76B-D67C-ADB7409B2D52}"/>
              </a:ext>
            </a:extLst>
          </p:cNvPr>
          <p:cNvPicPr>
            <a:picLocks noChangeAspect="1"/>
          </p:cNvPicPr>
          <p:nvPr/>
        </p:nvPicPr>
        <p:blipFill>
          <a:blip r:embed="rId2"/>
          <a:stretch>
            <a:fillRect/>
          </a:stretch>
        </p:blipFill>
        <p:spPr>
          <a:xfrm>
            <a:off x="10320867" y="0"/>
            <a:ext cx="1744133" cy="731483"/>
          </a:xfrm>
          <a:prstGeom prst="rect">
            <a:avLst/>
          </a:prstGeom>
          <a:noFill/>
          <a:ln cap="flat">
            <a:noFill/>
          </a:ln>
          <a:effectLst>
            <a:outerShdw dist="22997" dir="5400000" algn="tl">
              <a:srgbClr val="000000">
                <a:alpha val="35000"/>
              </a:srgbClr>
            </a:outerShdw>
          </a:effectLst>
        </p:spPr>
      </p:pic>
      <p:pic>
        <p:nvPicPr>
          <p:cNvPr id="8" name="Picture 7">
            <a:extLst>
              <a:ext uri="{FF2B5EF4-FFF2-40B4-BE49-F238E27FC236}">
                <a16:creationId xmlns:a16="http://schemas.microsoft.com/office/drawing/2014/main" id="{F18B16E5-933C-FA46-3513-871E1EB6730C}"/>
              </a:ext>
            </a:extLst>
          </p:cNvPr>
          <p:cNvPicPr>
            <a:picLocks noChangeAspect="1"/>
          </p:cNvPicPr>
          <p:nvPr/>
        </p:nvPicPr>
        <p:blipFill>
          <a:blip r:embed="rId3"/>
          <a:stretch>
            <a:fillRect/>
          </a:stretch>
        </p:blipFill>
        <p:spPr>
          <a:xfrm>
            <a:off x="652463" y="1050391"/>
            <a:ext cx="4214283" cy="2108201"/>
          </a:xfrm>
          <a:prstGeom prst="rect">
            <a:avLst/>
          </a:prstGeom>
        </p:spPr>
      </p:pic>
      <p:pic>
        <p:nvPicPr>
          <p:cNvPr id="7" name="Picture 6">
            <a:extLst>
              <a:ext uri="{FF2B5EF4-FFF2-40B4-BE49-F238E27FC236}">
                <a16:creationId xmlns:a16="http://schemas.microsoft.com/office/drawing/2014/main" id="{8033972E-EE40-E08E-905F-37B75B63D70B}"/>
              </a:ext>
            </a:extLst>
          </p:cNvPr>
          <p:cNvPicPr>
            <a:picLocks noChangeAspect="1"/>
          </p:cNvPicPr>
          <p:nvPr/>
        </p:nvPicPr>
        <p:blipFill>
          <a:blip r:embed="rId4"/>
          <a:stretch>
            <a:fillRect/>
          </a:stretch>
        </p:blipFill>
        <p:spPr>
          <a:xfrm>
            <a:off x="525991" y="5418668"/>
            <a:ext cx="4248150" cy="1264974"/>
          </a:xfrm>
          <a:prstGeom prst="rect">
            <a:avLst/>
          </a:prstGeom>
        </p:spPr>
      </p:pic>
      <p:pic>
        <p:nvPicPr>
          <p:cNvPr id="11" name="Picture 10">
            <a:extLst>
              <a:ext uri="{FF2B5EF4-FFF2-40B4-BE49-F238E27FC236}">
                <a16:creationId xmlns:a16="http://schemas.microsoft.com/office/drawing/2014/main" id="{CC986640-542B-0B98-1492-DB0476CDDCFE}"/>
              </a:ext>
            </a:extLst>
          </p:cNvPr>
          <p:cNvPicPr>
            <a:picLocks noChangeAspect="1"/>
          </p:cNvPicPr>
          <p:nvPr/>
        </p:nvPicPr>
        <p:blipFill>
          <a:blip r:embed="rId5"/>
          <a:stretch>
            <a:fillRect/>
          </a:stretch>
        </p:blipFill>
        <p:spPr>
          <a:xfrm>
            <a:off x="6276716" y="2356662"/>
            <a:ext cx="5115454" cy="1379542"/>
          </a:xfrm>
          <a:prstGeom prst="rect">
            <a:avLst/>
          </a:prstGeom>
        </p:spPr>
      </p:pic>
      <p:pic>
        <p:nvPicPr>
          <p:cNvPr id="15" name="Picture 14">
            <a:extLst>
              <a:ext uri="{FF2B5EF4-FFF2-40B4-BE49-F238E27FC236}">
                <a16:creationId xmlns:a16="http://schemas.microsoft.com/office/drawing/2014/main" id="{4B59EBD4-F6C0-D949-C96F-8FAA076EEC31}"/>
              </a:ext>
            </a:extLst>
          </p:cNvPr>
          <p:cNvPicPr>
            <a:picLocks noChangeAspect="1"/>
          </p:cNvPicPr>
          <p:nvPr/>
        </p:nvPicPr>
        <p:blipFill>
          <a:blip r:embed="rId6"/>
          <a:stretch>
            <a:fillRect/>
          </a:stretch>
        </p:blipFill>
        <p:spPr>
          <a:xfrm>
            <a:off x="6184111" y="5534033"/>
            <a:ext cx="5705475" cy="965199"/>
          </a:xfrm>
          <a:prstGeom prst="rect">
            <a:avLst/>
          </a:prstGeom>
        </p:spPr>
      </p:pic>
    </p:spTree>
    <p:extLst>
      <p:ext uri="{BB962C8B-B14F-4D97-AF65-F5344CB8AC3E}">
        <p14:creationId xmlns:p14="http://schemas.microsoft.com/office/powerpoint/2010/main" val="1331134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55C662-9911-5257-5094-E4540B6074B8}"/>
              </a:ext>
            </a:extLst>
          </p:cNvPr>
          <p:cNvSpPr>
            <a:spLocks noGrp="1"/>
          </p:cNvSpPr>
          <p:nvPr>
            <p:ph idx="1"/>
          </p:nvPr>
        </p:nvSpPr>
        <p:spPr>
          <a:xfrm>
            <a:off x="575466" y="374648"/>
            <a:ext cx="5876133" cy="5853110"/>
          </a:xfrm>
        </p:spPr>
        <p:txBody>
          <a:bodyPr/>
          <a:lstStyle/>
          <a:p>
            <a:pPr marL="0" indent="0">
              <a:buNone/>
            </a:pPr>
            <a:r>
              <a:rPr lang="en-IN" sz="1600" dirty="0"/>
              <a:t> 9. FIND THE AVERAGE EMPLOYEE SALARY </a:t>
            </a:r>
          </a:p>
          <a:p>
            <a:pPr marL="0" indent="0">
              <a:buNone/>
            </a:pPr>
            <a:r>
              <a:rPr lang="en-IN" sz="1600" b="1" dirty="0"/>
              <a:t> </a:t>
            </a:r>
            <a:r>
              <a:rPr lang="en-IN" sz="1600" dirty="0"/>
              <a:t>SELECT AVG(salary) AS average_salary FROM employee;</a:t>
            </a:r>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endParaRPr lang="en-IN" sz="1600" dirty="0"/>
          </a:p>
          <a:p>
            <a:pPr marL="0" indent="0">
              <a:buNone/>
            </a:pPr>
            <a:r>
              <a:rPr lang="en-IN" sz="1600" dirty="0"/>
              <a:t>10. DISPLAY ALL USERS WHO PAID USING UPI</a:t>
            </a:r>
          </a:p>
          <a:p>
            <a:pPr marL="0" indent="0">
              <a:buNone/>
            </a:pPr>
            <a:r>
              <a:rPr lang="en-US" sz="1600" dirty="0"/>
              <a:t>SELECT *FROM users WHERE payment = 'UPI’;</a:t>
            </a:r>
          </a:p>
          <a:p>
            <a:pPr marL="0" indent="0">
              <a:buNone/>
            </a:pPr>
            <a:endParaRPr lang="en-US" sz="1600" dirty="0"/>
          </a:p>
          <a:p>
            <a:pPr marL="0" indent="0">
              <a:buNone/>
            </a:pPr>
            <a:endParaRPr lang="en-IN" sz="1600" dirty="0"/>
          </a:p>
          <a:p>
            <a:pPr marL="0" indent="0">
              <a:buNone/>
            </a:pPr>
            <a:endParaRPr lang="en-IN" sz="1600" dirty="0"/>
          </a:p>
          <a:p>
            <a:pPr marL="0" indent="0">
              <a:buNone/>
            </a:pPr>
            <a:endParaRPr lang="en-IN" dirty="0"/>
          </a:p>
        </p:txBody>
      </p:sp>
      <p:pic>
        <p:nvPicPr>
          <p:cNvPr id="8" name="Picture 8">
            <a:extLst>
              <a:ext uri="{FF2B5EF4-FFF2-40B4-BE49-F238E27FC236}">
                <a16:creationId xmlns:a16="http://schemas.microsoft.com/office/drawing/2014/main" id="{7FFA27D1-DE8B-1499-7C19-C09AD641D0C4}"/>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pic>
        <p:nvPicPr>
          <p:cNvPr id="12" name="Picture 11">
            <a:extLst>
              <a:ext uri="{FF2B5EF4-FFF2-40B4-BE49-F238E27FC236}">
                <a16:creationId xmlns:a16="http://schemas.microsoft.com/office/drawing/2014/main" id="{3B9418C3-4D38-1A1E-FBB6-8A45549D2A49}"/>
              </a:ext>
            </a:extLst>
          </p:cNvPr>
          <p:cNvPicPr>
            <a:picLocks noChangeAspect="1"/>
          </p:cNvPicPr>
          <p:nvPr/>
        </p:nvPicPr>
        <p:blipFill>
          <a:blip r:embed="rId3"/>
          <a:stretch>
            <a:fillRect/>
          </a:stretch>
        </p:blipFill>
        <p:spPr>
          <a:xfrm>
            <a:off x="640820" y="1456265"/>
            <a:ext cx="4981046" cy="1346201"/>
          </a:xfrm>
          <a:prstGeom prst="rect">
            <a:avLst/>
          </a:prstGeom>
        </p:spPr>
      </p:pic>
      <p:pic>
        <p:nvPicPr>
          <p:cNvPr id="14" name="Picture 13">
            <a:extLst>
              <a:ext uri="{FF2B5EF4-FFF2-40B4-BE49-F238E27FC236}">
                <a16:creationId xmlns:a16="http://schemas.microsoft.com/office/drawing/2014/main" id="{7DBF6CE2-9C30-2F11-6FD3-CB56836FED26}"/>
              </a:ext>
            </a:extLst>
          </p:cNvPr>
          <p:cNvPicPr>
            <a:picLocks noChangeAspect="1"/>
          </p:cNvPicPr>
          <p:nvPr/>
        </p:nvPicPr>
        <p:blipFill>
          <a:blip r:embed="rId4"/>
          <a:stretch>
            <a:fillRect/>
          </a:stretch>
        </p:blipFill>
        <p:spPr>
          <a:xfrm>
            <a:off x="640820" y="4228041"/>
            <a:ext cx="5124980" cy="1619250"/>
          </a:xfrm>
          <a:prstGeom prst="rect">
            <a:avLst/>
          </a:prstGeom>
        </p:spPr>
      </p:pic>
    </p:spTree>
    <p:extLst>
      <p:ext uri="{BB962C8B-B14F-4D97-AF65-F5344CB8AC3E}">
        <p14:creationId xmlns:p14="http://schemas.microsoft.com/office/powerpoint/2010/main" val="1581298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D2294725-0DB1-84C5-C1F7-C5C08B52939C}"/>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
        <p:nvSpPr>
          <p:cNvPr id="5" name="TextBox 4">
            <a:extLst>
              <a:ext uri="{FF2B5EF4-FFF2-40B4-BE49-F238E27FC236}">
                <a16:creationId xmlns:a16="http://schemas.microsoft.com/office/drawing/2014/main" id="{BBC9BCA8-041E-DCDA-97BD-B36CEE4E58EF}"/>
              </a:ext>
            </a:extLst>
          </p:cNvPr>
          <p:cNvSpPr txBox="1"/>
          <p:nvPr/>
        </p:nvSpPr>
        <p:spPr>
          <a:xfrm>
            <a:off x="2404534" y="290298"/>
            <a:ext cx="6096000" cy="507831"/>
          </a:xfrm>
          <a:prstGeom prst="rect">
            <a:avLst/>
          </a:prstGeom>
          <a:noFill/>
        </p:spPr>
        <p:txBody>
          <a:bodyPr wrap="square">
            <a:spAutoFit/>
          </a:bodyPr>
          <a:lstStyle/>
          <a:p>
            <a:pPr algn="ctr"/>
            <a:r>
              <a:rPr lang="en-US" sz="2700" b="1" dirty="0">
                <a:solidFill>
                  <a:srgbClr val="1E3A8A"/>
                </a:solidFill>
                <a:latin typeface="Poppins"/>
              </a:rPr>
              <a:t>NORMALIZATION</a:t>
            </a:r>
            <a:endParaRPr lang="en-IN" dirty="0"/>
          </a:p>
        </p:txBody>
      </p:sp>
      <p:sp>
        <p:nvSpPr>
          <p:cNvPr id="6" name="TextBox 5">
            <a:extLst>
              <a:ext uri="{FF2B5EF4-FFF2-40B4-BE49-F238E27FC236}">
                <a16:creationId xmlns:a16="http://schemas.microsoft.com/office/drawing/2014/main" id="{97AE4B60-5F20-5FBB-AE27-2D99F5B03459}"/>
              </a:ext>
            </a:extLst>
          </p:cNvPr>
          <p:cNvSpPr txBox="1"/>
          <p:nvPr/>
        </p:nvSpPr>
        <p:spPr>
          <a:xfrm>
            <a:off x="804333" y="1566333"/>
            <a:ext cx="8509000" cy="4493538"/>
          </a:xfrm>
          <a:prstGeom prst="rect">
            <a:avLst/>
          </a:prstGeom>
          <a:noFill/>
        </p:spPr>
        <p:txBody>
          <a:bodyPr wrap="square" rtlCol="0">
            <a:spAutoFit/>
          </a:bodyPr>
          <a:lstStyle/>
          <a:p>
            <a:pPr marL="285750" indent="-285750">
              <a:buFont typeface="Arial" panose="020B0604020202020204" pitchFamily="34" charset="0"/>
              <a:buChar char="•"/>
            </a:pPr>
            <a:r>
              <a:rPr lang="en-IN" dirty="0"/>
              <a:t>Normalization  is the process of organizing data in a database to reduce data redundancy (duplicate data) and improve data consistency and integrity.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It involves dividing large tables into smaller, related tables and establishing relationships between them using keys.</a:t>
            </a:r>
          </a:p>
          <a:p>
            <a:endParaRPr lang="en-IN" dirty="0"/>
          </a:p>
          <a:p>
            <a:r>
              <a:rPr lang="en-IN" b="1" dirty="0"/>
              <a:t>Types of Normalization</a:t>
            </a:r>
          </a:p>
          <a:p>
            <a:endParaRPr lang="en-IN" sz="1600" b="1" dirty="0"/>
          </a:p>
          <a:p>
            <a:pPr marL="285750" indent="-285750">
              <a:buFont typeface="Arial" panose="020B0604020202020204" pitchFamily="34" charset="0"/>
              <a:buChar char="•"/>
            </a:pPr>
            <a:r>
              <a:rPr lang="en-IN" dirty="0"/>
              <a:t>1NF ( First Normal Form)</a:t>
            </a:r>
          </a:p>
          <a:p>
            <a:endParaRPr lang="en-IN" dirty="0"/>
          </a:p>
          <a:p>
            <a:pPr marL="285750" indent="-285750">
              <a:buFont typeface="Arial" panose="020B0604020202020204" pitchFamily="34" charset="0"/>
              <a:buChar char="•"/>
            </a:pPr>
            <a:r>
              <a:rPr lang="en-IN" dirty="0"/>
              <a:t>2NF  ( Second Normal Form )</a:t>
            </a:r>
          </a:p>
          <a:p>
            <a:endParaRPr lang="en-IN" dirty="0"/>
          </a:p>
          <a:p>
            <a:pPr marL="285750" indent="-285750">
              <a:buFont typeface="Arial" panose="020B0604020202020204" pitchFamily="34" charset="0"/>
              <a:buChar char="•"/>
            </a:pPr>
            <a:r>
              <a:rPr lang="en-IN" dirty="0"/>
              <a:t>3NF ( Third Normal Form )</a:t>
            </a:r>
          </a:p>
          <a:p>
            <a:endParaRPr lang="en-IN" dirty="0"/>
          </a:p>
          <a:p>
            <a:endParaRPr lang="en-IN" dirty="0"/>
          </a:p>
          <a:p>
            <a:endParaRPr lang="en-IN" dirty="0"/>
          </a:p>
        </p:txBody>
      </p:sp>
    </p:spTree>
    <p:extLst>
      <p:ext uri="{BB962C8B-B14F-4D97-AF65-F5344CB8AC3E}">
        <p14:creationId xmlns:p14="http://schemas.microsoft.com/office/powerpoint/2010/main" val="2816533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4D9C45D-D563-F805-E52C-70816A7E39C2}"/>
              </a:ext>
            </a:extLst>
          </p:cNvPr>
          <p:cNvSpPr txBox="1"/>
          <p:nvPr/>
        </p:nvSpPr>
        <p:spPr>
          <a:xfrm>
            <a:off x="2302933" y="146353"/>
            <a:ext cx="6096000" cy="507831"/>
          </a:xfrm>
          <a:prstGeom prst="rect">
            <a:avLst/>
          </a:prstGeom>
          <a:noFill/>
        </p:spPr>
        <p:txBody>
          <a:bodyPr wrap="square">
            <a:spAutoFit/>
          </a:bodyPr>
          <a:lstStyle/>
          <a:p>
            <a:pPr algn="ctr"/>
            <a:r>
              <a:rPr lang="en-US" sz="2700" b="1" dirty="0">
                <a:solidFill>
                  <a:srgbClr val="1E3A8A"/>
                </a:solidFill>
                <a:latin typeface="Poppins"/>
              </a:rPr>
              <a:t>1NF </a:t>
            </a:r>
            <a:endParaRPr lang="en-IN" sz="1800" dirty="0"/>
          </a:p>
        </p:txBody>
      </p:sp>
      <p:pic>
        <p:nvPicPr>
          <p:cNvPr id="13" name="Picture 8">
            <a:extLst>
              <a:ext uri="{FF2B5EF4-FFF2-40B4-BE49-F238E27FC236}">
                <a16:creationId xmlns:a16="http://schemas.microsoft.com/office/drawing/2014/main" id="{0F6145B3-2962-2929-381E-9AA5F9BD8586}"/>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
        <p:nvSpPr>
          <p:cNvPr id="14" name="TextBox 13">
            <a:extLst>
              <a:ext uri="{FF2B5EF4-FFF2-40B4-BE49-F238E27FC236}">
                <a16:creationId xmlns:a16="http://schemas.microsoft.com/office/drawing/2014/main" id="{2ED21A86-D2EB-2D27-9B0C-BBF7BEA52CA3}"/>
              </a:ext>
            </a:extLst>
          </p:cNvPr>
          <p:cNvSpPr txBox="1"/>
          <p:nvPr/>
        </p:nvSpPr>
        <p:spPr>
          <a:xfrm>
            <a:off x="931333" y="843677"/>
            <a:ext cx="8678333" cy="2585323"/>
          </a:xfrm>
          <a:prstGeom prst="rect">
            <a:avLst/>
          </a:prstGeom>
          <a:noFill/>
        </p:spPr>
        <p:txBody>
          <a:bodyPr wrap="square" rtlCol="0">
            <a:spAutoFit/>
          </a:bodyPr>
          <a:lstStyle/>
          <a:p>
            <a:r>
              <a:rPr lang="en-US" dirty="0"/>
              <a:t>In 1NF, all values in the table are made atomic, meaning each cell contains only one value. Repeating or multiple values are separated into individual rows. This makes the data organized and easy to access.</a:t>
            </a:r>
          </a:p>
          <a:p>
            <a:endParaRPr lang="en-US" dirty="0"/>
          </a:p>
          <a:p>
            <a:r>
              <a:rPr lang="en-US" dirty="0"/>
              <a:t>In our Orders table, some orders contained multiple products in the same row. To convert it into 1NF, we separated the multiple product values into individual rows. Each cell now contains only one value, while the order details are repeated for each product. Thus, the table contains atomic values and satisfies 1NF.</a:t>
            </a:r>
          </a:p>
          <a:p>
            <a:endParaRPr lang="en-IN" dirty="0"/>
          </a:p>
        </p:txBody>
      </p:sp>
      <p:sp>
        <p:nvSpPr>
          <p:cNvPr id="3" name="TextBox 2">
            <a:extLst>
              <a:ext uri="{FF2B5EF4-FFF2-40B4-BE49-F238E27FC236}">
                <a16:creationId xmlns:a16="http://schemas.microsoft.com/office/drawing/2014/main" id="{C94230E7-CEB3-C77A-3BCE-3D1024B5FCB3}"/>
              </a:ext>
            </a:extLst>
          </p:cNvPr>
          <p:cNvSpPr txBox="1"/>
          <p:nvPr/>
        </p:nvSpPr>
        <p:spPr>
          <a:xfrm>
            <a:off x="931333" y="3172217"/>
            <a:ext cx="6096000" cy="3539430"/>
          </a:xfrm>
          <a:prstGeom prst="rect">
            <a:avLst/>
          </a:prstGeom>
          <a:noFill/>
        </p:spPr>
        <p:txBody>
          <a:bodyPr wrap="square">
            <a:spAutoFit/>
          </a:bodyPr>
          <a:lstStyle/>
          <a:p>
            <a:r>
              <a:rPr lang="en-IN" sz="1600" dirty="0"/>
              <a:t>CREATE TABLE orders_1nf (</a:t>
            </a:r>
          </a:p>
          <a:p>
            <a:r>
              <a:rPr lang="en-IN" sz="1600" dirty="0"/>
              <a:t>    order_no NUMBER,</a:t>
            </a:r>
          </a:p>
          <a:p>
            <a:r>
              <a:rPr lang="en-IN" sz="1600" dirty="0"/>
              <a:t>    u_id NUMBER,</a:t>
            </a:r>
          </a:p>
          <a:p>
            <a:r>
              <a:rPr lang="en-IN" sz="1600" dirty="0"/>
              <a:t>    order_date DATE,</a:t>
            </a:r>
          </a:p>
          <a:p>
            <a:r>
              <a:rPr lang="en-IN" sz="1600" dirty="0"/>
              <a:t>    customer_name VARCHAR2(20),</a:t>
            </a:r>
          </a:p>
          <a:p>
            <a:r>
              <a:rPr lang="en-IN" sz="1600" dirty="0"/>
              <a:t>    customer_email VARCHAR2(30),</a:t>
            </a:r>
          </a:p>
          <a:p>
            <a:r>
              <a:rPr lang="en-IN" sz="1600" dirty="0"/>
              <a:t>    product_id NUMBER,</a:t>
            </a:r>
          </a:p>
          <a:p>
            <a:r>
              <a:rPr lang="en-IN" sz="1600" dirty="0"/>
              <a:t>    product_name VARCHAR2(20),</a:t>
            </a:r>
          </a:p>
          <a:p>
            <a:r>
              <a:rPr lang="en-IN" sz="1600" dirty="0"/>
              <a:t>    product_price NUMBER(10,2),</a:t>
            </a:r>
          </a:p>
          <a:p>
            <a:r>
              <a:rPr lang="en-IN" sz="1600" dirty="0"/>
              <a:t>    quantity NUMBER,</a:t>
            </a:r>
          </a:p>
          <a:p>
            <a:r>
              <a:rPr lang="en-IN" sz="1600" dirty="0"/>
              <a:t>    order_amount NUMBER(10,2),</a:t>
            </a:r>
          </a:p>
          <a:p>
            <a:r>
              <a:rPr lang="en-IN" sz="1600" dirty="0"/>
              <a:t>    payment VARCHAR2(20),</a:t>
            </a:r>
          </a:p>
          <a:p>
            <a:r>
              <a:rPr lang="en-IN" sz="1600" dirty="0"/>
              <a:t>    PRIMARY KEY (order_no, product_id)</a:t>
            </a:r>
          </a:p>
          <a:p>
            <a:r>
              <a:rPr lang="en-IN" sz="1600" dirty="0"/>
              <a:t>);</a:t>
            </a:r>
          </a:p>
        </p:txBody>
      </p:sp>
    </p:spTree>
    <p:extLst>
      <p:ext uri="{BB962C8B-B14F-4D97-AF65-F5344CB8AC3E}">
        <p14:creationId xmlns:p14="http://schemas.microsoft.com/office/powerpoint/2010/main" val="3472778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B5A46A2B-EC4F-470D-1599-C40B35A10659}"/>
              </a:ext>
            </a:extLst>
          </p:cNvPr>
          <p:cNvGraphicFramePr>
            <a:graphicFrameLocks noGrp="1"/>
          </p:cNvGraphicFramePr>
          <p:nvPr>
            <p:extLst>
              <p:ext uri="{D42A27DB-BD31-4B8C-83A1-F6EECF244321}">
                <p14:modId xmlns:p14="http://schemas.microsoft.com/office/powerpoint/2010/main" val="565442199"/>
              </p:ext>
            </p:extLst>
          </p:nvPr>
        </p:nvGraphicFramePr>
        <p:xfrm>
          <a:off x="495299" y="3152371"/>
          <a:ext cx="11201401" cy="3352799"/>
        </p:xfrm>
        <a:graphic>
          <a:graphicData uri="http://schemas.openxmlformats.org/drawingml/2006/table">
            <a:tbl>
              <a:tblPr>
                <a:tableStyleId>{5C22544A-7EE6-4342-B048-85BDC9FD1C3A}</a:tableStyleId>
              </a:tblPr>
              <a:tblGrid>
                <a:gridCol w="740742">
                  <a:extLst>
                    <a:ext uri="{9D8B030D-6E8A-4147-A177-3AD203B41FA5}">
                      <a16:colId xmlns:a16="http://schemas.microsoft.com/office/drawing/2014/main" val="914331654"/>
                    </a:ext>
                  </a:extLst>
                </a:gridCol>
                <a:gridCol w="583490">
                  <a:extLst>
                    <a:ext uri="{9D8B030D-6E8A-4147-A177-3AD203B41FA5}">
                      <a16:colId xmlns:a16="http://schemas.microsoft.com/office/drawing/2014/main" val="2277230840"/>
                    </a:ext>
                  </a:extLst>
                </a:gridCol>
                <a:gridCol w="829349">
                  <a:extLst>
                    <a:ext uri="{9D8B030D-6E8A-4147-A177-3AD203B41FA5}">
                      <a16:colId xmlns:a16="http://schemas.microsoft.com/office/drawing/2014/main" val="3052979047"/>
                    </a:ext>
                  </a:extLst>
                </a:gridCol>
                <a:gridCol w="1248970">
                  <a:extLst>
                    <a:ext uri="{9D8B030D-6E8A-4147-A177-3AD203B41FA5}">
                      <a16:colId xmlns:a16="http://schemas.microsoft.com/office/drawing/2014/main" val="3821661538"/>
                    </a:ext>
                  </a:extLst>
                </a:gridCol>
                <a:gridCol w="1728930">
                  <a:extLst>
                    <a:ext uri="{9D8B030D-6E8A-4147-A177-3AD203B41FA5}">
                      <a16:colId xmlns:a16="http://schemas.microsoft.com/office/drawing/2014/main" val="3515944285"/>
                    </a:ext>
                  </a:extLst>
                </a:gridCol>
                <a:gridCol w="932878">
                  <a:extLst>
                    <a:ext uri="{9D8B030D-6E8A-4147-A177-3AD203B41FA5}">
                      <a16:colId xmlns:a16="http://schemas.microsoft.com/office/drawing/2014/main" val="862080310"/>
                    </a:ext>
                  </a:extLst>
                </a:gridCol>
                <a:gridCol w="1060728">
                  <a:extLst>
                    <a:ext uri="{9D8B030D-6E8A-4147-A177-3AD203B41FA5}">
                      <a16:colId xmlns:a16="http://schemas.microsoft.com/office/drawing/2014/main" val="1643978776"/>
                    </a:ext>
                  </a:extLst>
                </a:gridCol>
                <a:gridCol w="1044822">
                  <a:extLst>
                    <a:ext uri="{9D8B030D-6E8A-4147-A177-3AD203B41FA5}">
                      <a16:colId xmlns:a16="http://schemas.microsoft.com/office/drawing/2014/main" val="1225985853"/>
                    </a:ext>
                  </a:extLst>
                </a:gridCol>
                <a:gridCol w="820932">
                  <a:extLst>
                    <a:ext uri="{9D8B030D-6E8A-4147-A177-3AD203B41FA5}">
                      <a16:colId xmlns:a16="http://schemas.microsoft.com/office/drawing/2014/main" val="1731002643"/>
                    </a:ext>
                  </a:extLst>
                </a:gridCol>
                <a:gridCol w="1169204">
                  <a:extLst>
                    <a:ext uri="{9D8B030D-6E8A-4147-A177-3AD203B41FA5}">
                      <a16:colId xmlns:a16="http://schemas.microsoft.com/office/drawing/2014/main" val="924337609"/>
                    </a:ext>
                  </a:extLst>
                </a:gridCol>
                <a:gridCol w="1041356">
                  <a:extLst>
                    <a:ext uri="{9D8B030D-6E8A-4147-A177-3AD203B41FA5}">
                      <a16:colId xmlns:a16="http://schemas.microsoft.com/office/drawing/2014/main" val="2519496354"/>
                    </a:ext>
                  </a:extLst>
                </a:gridCol>
              </a:tblGrid>
              <a:tr h="348691">
                <a:tc>
                  <a:txBody>
                    <a:bodyPr/>
                    <a:lstStyle/>
                    <a:p>
                      <a:pPr>
                        <a:buNone/>
                      </a:pPr>
                      <a:r>
                        <a:rPr lang="en-IN" sz="700" dirty="0"/>
                        <a:t>ORDER_NO</a:t>
                      </a:r>
                    </a:p>
                  </a:txBody>
                  <a:tcPr marL="36208" marR="36208" marT="18104" marB="18104" anchor="ctr"/>
                </a:tc>
                <a:tc>
                  <a:txBody>
                    <a:bodyPr/>
                    <a:lstStyle/>
                    <a:p>
                      <a:pPr>
                        <a:buNone/>
                      </a:pPr>
                      <a:r>
                        <a:rPr lang="en-IN" sz="700" dirty="0"/>
                        <a:t>U_ID</a:t>
                      </a:r>
                    </a:p>
                  </a:txBody>
                  <a:tcPr marL="36208" marR="36208" marT="18104" marB="18104" anchor="ctr"/>
                </a:tc>
                <a:tc>
                  <a:txBody>
                    <a:bodyPr/>
                    <a:lstStyle/>
                    <a:p>
                      <a:pPr>
                        <a:buNone/>
                      </a:pPr>
                      <a:r>
                        <a:rPr lang="en-IN" sz="700" dirty="0"/>
                        <a:t>ORDER_DATE</a:t>
                      </a:r>
                    </a:p>
                  </a:txBody>
                  <a:tcPr marL="36208" marR="36208" marT="18104" marB="18104" anchor="ctr"/>
                </a:tc>
                <a:tc>
                  <a:txBody>
                    <a:bodyPr/>
                    <a:lstStyle/>
                    <a:p>
                      <a:pPr>
                        <a:buNone/>
                      </a:pPr>
                      <a:r>
                        <a:rPr lang="en-IN" sz="700" dirty="0"/>
                        <a:t>CUSTOMER_NAME</a:t>
                      </a:r>
                    </a:p>
                  </a:txBody>
                  <a:tcPr marL="36208" marR="36208" marT="18104" marB="18104" anchor="ctr"/>
                </a:tc>
                <a:tc>
                  <a:txBody>
                    <a:bodyPr/>
                    <a:lstStyle/>
                    <a:p>
                      <a:pPr>
                        <a:buNone/>
                      </a:pPr>
                      <a:r>
                        <a:rPr lang="en-IN" sz="700" dirty="0"/>
                        <a:t>CUSTOMER_EMAIL</a:t>
                      </a:r>
                    </a:p>
                  </a:txBody>
                  <a:tcPr marL="36208" marR="36208" marT="18104" marB="18104" anchor="ctr"/>
                </a:tc>
                <a:tc>
                  <a:txBody>
                    <a:bodyPr/>
                    <a:lstStyle/>
                    <a:p>
                      <a:pPr>
                        <a:buNone/>
                      </a:pPr>
                      <a:r>
                        <a:rPr lang="en-IN" sz="700" dirty="0"/>
                        <a:t>PRODUCT_ID</a:t>
                      </a:r>
                    </a:p>
                  </a:txBody>
                  <a:tcPr marL="36208" marR="36208" marT="18104" marB="18104" anchor="ctr"/>
                </a:tc>
                <a:tc>
                  <a:txBody>
                    <a:bodyPr/>
                    <a:lstStyle/>
                    <a:p>
                      <a:pPr>
                        <a:buNone/>
                      </a:pPr>
                      <a:r>
                        <a:rPr lang="en-IN" sz="700" dirty="0"/>
                        <a:t>PRODUCT_NAME</a:t>
                      </a:r>
                    </a:p>
                  </a:txBody>
                  <a:tcPr marL="36208" marR="36208" marT="18104" marB="18104" anchor="ctr"/>
                </a:tc>
                <a:tc>
                  <a:txBody>
                    <a:bodyPr/>
                    <a:lstStyle/>
                    <a:p>
                      <a:pPr>
                        <a:buNone/>
                      </a:pPr>
                      <a:r>
                        <a:rPr lang="en-IN" sz="700" dirty="0"/>
                        <a:t>PRODUCT_PRICE</a:t>
                      </a:r>
                    </a:p>
                  </a:txBody>
                  <a:tcPr marL="36208" marR="36208" marT="18104" marB="18104" anchor="ctr"/>
                </a:tc>
                <a:tc>
                  <a:txBody>
                    <a:bodyPr/>
                    <a:lstStyle/>
                    <a:p>
                      <a:pPr>
                        <a:buNone/>
                      </a:pPr>
                      <a:r>
                        <a:rPr lang="en-IN" sz="700" dirty="0"/>
                        <a:t>QUANTITY</a:t>
                      </a:r>
                    </a:p>
                  </a:txBody>
                  <a:tcPr marL="36208" marR="36208" marT="18104" marB="18104" anchor="ctr"/>
                </a:tc>
                <a:tc>
                  <a:txBody>
                    <a:bodyPr/>
                    <a:lstStyle/>
                    <a:p>
                      <a:pPr>
                        <a:buNone/>
                      </a:pPr>
                      <a:r>
                        <a:rPr lang="en-IN" sz="700" dirty="0"/>
                        <a:t>ORDER_AMOUNT</a:t>
                      </a:r>
                    </a:p>
                  </a:txBody>
                  <a:tcPr marL="36208" marR="36208" marT="18104" marB="18104" anchor="ctr"/>
                </a:tc>
                <a:tc>
                  <a:txBody>
                    <a:bodyPr/>
                    <a:lstStyle/>
                    <a:p>
                      <a:pPr>
                        <a:buNone/>
                      </a:pPr>
                      <a:r>
                        <a:rPr lang="en-IN" sz="700" dirty="0"/>
                        <a:t>PAYMENT</a:t>
                      </a:r>
                    </a:p>
                  </a:txBody>
                  <a:tcPr marL="36208" marR="36208" marT="18104" marB="18104" anchor="ctr"/>
                </a:tc>
                <a:extLst>
                  <a:ext uri="{0D108BD9-81ED-4DB2-BD59-A6C34878D82A}">
                    <a16:rowId xmlns:a16="http://schemas.microsoft.com/office/drawing/2014/main" val="3760372871"/>
                  </a:ext>
                </a:extLst>
              </a:tr>
              <a:tr h="268224">
                <a:tc>
                  <a:txBody>
                    <a:bodyPr/>
                    <a:lstStyle/>
                    <a:p>
                      <a:pPr>
                        <a:buNone/>
                      </a:pPr>
                      <a:r>
                        <a:rPr lang="en-IN" sz="700" dirty="0"/>
                        <a:t>101</a:t>
                      </a:r>
                    </a:p>
                  </a:txBody>
                  <a:tcPr marL="36208" marR="36208" marT="18104" marB="18104" anchor="ctr"/>
                </a:tc>
                <a:tc>
                  <a:txBody>
                    <a:bodyPr/>
                    <a:lstStyle/>
                    <a:p>
                      <a:pPr>
                        <a:buNone/>
                      </a:pPr>
                      <a:r>
                        <a:rPr lang="en-IN" sz="700" dirty="0"/>
                        <a:t>1</a:t>
                      </a:r>
                    </a:p>
                  </a:txBody>
                  <a:tcPr marL="36208" marR="36208" marT="18104" marB="18104" anchor="ctr"/>
                </a:tc>
                <a:tc>
                  <a:txBody>
                    <a:bodyPr/>
                    <a:lstStyle/>
                    <a:p>
                      <a:pPr>
                        <a:buNone/>
                      </a:pPr>
                      <a:r>
                        <a:rPr lang="en-IN" sz="700" dirty="0"/>
                        <a:t>01-AUG-26</a:t>
                      </a:r>
                    </a:p>
                  </a:txBody>
                  <a:tcPr marL="36208" marR="36208" marT="18104" marB="18104" anchor="ctr"/>
                </a:tc>
                <a:tc>
                  <a:txBody>
                    <a:bodyPr/>
                    <a:lstStyle/>
                    <a:p>
                      <a:pPr>
                        <a:buNone/>
                      </a:pPr>
                      <a:r>
                        <a:rPr lang="en-IN" sz="700" dirty="0"/>
                        <a:t>Ravi</a:t>
                      </a:r>
                    </a:p>
                  </a:txBody>
                  <a:tcPr marL="36208" marR="36208" marT="18104" marB="18104" anchor="ctr"/>
                </a:tc>
                <a:tc>
                  <a:txBody>
                    <a:bodyPr/>
                    <a:lstStyle/>
                    <a:p>
                      <a:pPr>
                        <a:buNone/>
                      </a:pPr>
                      <a:r>
                        <a:rPr lang="en-IN" sz="700" dirty="0"/>
                        <a:t>ravi@gmail.com</a:t>
                      </a:r>
                    </a:p>
                  </a:txBody>
                  <a:tcPr marL="36208" marR="36208" marT="18104" marB="18104" anchor="ctr"/>
                </a:tc>
                <a:tc>
                  <a:txBody>
                    <a:bodyPr/>
                    <a:lstStyle/>
                    <a:p>
                      <a:pPr>
                        <a:buNone/>
                      </a:pPr>
                      <a:r>
                        <a:rPr lang="en-IN" sz="700" dirty="0"/>
                        <a:t>1</a:t>
                      </a:r>
                    </a:p>
                  </a:txBody>
                  <a:tcPr marL="36208" marR="36208" marT="18104" marB="18104" anchor="ctr"/>
                </a:tc>
                <a:tc>
                  <a:txBody>
                    <a:bodyPr/>
                    <a:lstStyle/>
                    <a:p>
                      <a:pPr>
                        <a:buNone/>
                      </a:pPr>
                      <a:r>
                        <a:rPr lang="en-IN" sz="700" dirty="0"/>
                        <a:t>Mobile</a:t>
                      </a:r>
                    </a:p>
                  </a:txBody>
                  <a:tcPr marL="36208" marR="36208" marT="18104" marB="18104" anchor="ctr"/>
                </a:tc>
                <a:tc>
                  <a:txBody>
                    <a:bodyPr/>
                    <a:lstStyle/>
                    <a:p>
                      <a:pPr>
                        <a:buNone/>
                      </a:pPr>
                      <a:r>
                        <a:rPr lang="en-IN" sz="700" dirty="0"/>
                        <a:t>25000</a:t>
                      </a:r>
                    </a:p>
                  </a:txBody>
                  <a:tcPr marL="36208" marR="36208" marT="18104" marB="18104" anchor="ctr"/>
                </a:tc>
                <a:tc>
                  <a:txBody>
                    <a:bodyPr/>
                    <a:lstStyle/>
                    <a:p>
                      <a:pPr>
                        <a:buNone/>
                      </a:pPr>
                      <a:r>
                        <a:rPr lang="en-IN" sz="700" dirty="0"/>
                        <a:t>1</a:t>
                      </a:r>
                    </a:p>
                  </a:txBody>
                  <a:tcPr marL="36208" marR="36208" marT="18104" marB="18104" anchor="ctr"/>
                </a:tc>
                <a:tc>
                  <a:txBody>
                    <a:bodyPr/>
                    <a:lstStyle/>
                    <a:p>
                      <a:pPr>
                        <a:buNone/>
                      </a:pPr>
                      <a:r>
                        <a:rPr lang="en-IN" sz="700" dirty="0"/>
                        <a:t>250000</a:t>
                      </a:r>
                    </a:p>
                  </a:txBody>
                  <a:tcPr marL="36208" marR="36208" marT="18104" marB="18104" anchor="ctr"/>
                </a:tc>
                <a:tc>
                  <a:txBody>
                    <a:bodyPr/>
                    <a:lstStyle/>
                    <a:p>
                      <a:pPr>
                        <a:buNone/>
                      </a:pPr>
                      <a:r>
                        <a:rPr lang="en-IN" sz="700" dirty="0"/>
                        <a:t>UPI</a:t>
                      </a:r>
                    </a:p>
                  </a:txBody>
                  <a:tcPr marL="36208" marR="36208" marT="18104" marB="18104" anchor="ctr"/>
                </a:tc>
                <a:extLst>
                  <a:ext uri="{0D108BD9-81ED-4DB2-BD59-A6C34878D82A}">
                    <a16:rowId xmlns:a16="http://schemas.microsoft.com/office/drawing/2014/main" val="2624621715"/>
                  </a:ext>
                </a:extLst>
              </a:tr>
              <a:tr h="268224">
                <a:tc>
                  <a:txBody>
                    <a:bodyPr/>
                    <a:lstStyle/>
                    <a:p>
                      <a:pPr>
                        <a:buNone/>
                      </a:pPr>
                      <a:r>
                        <a:rPr lang="en-IN" sz="700" dirty="0"/>
                        <a:t>101</a:t>
                      </a:r>
                    </a:p>
                  </a:txBody>
                  <a:tcPr marL="36208" marR="36208" marT="18104" marB="18104" anchor="ctr"/>
                </a:tc>
                <a:tc>
                  <a:txBody>
                    <a:bodyPr/>
                    <a:lstStyle/>
                    <a:p>
                      <a:pPr>
                        <a:buNone/>
                      </a:pPr>
                      <a:r>
                        <a:rPr lang="en-IN" sz="700" dirty="0"/>
                        <a:t>1</a:t>
                      </a:r>
                    </a:p>
                  </a:txBody>
                  <a:tcPr marL="36208" marR="36208" marT="18104" marB="18104" anchor="ctr"/>
                </a:tc>
                <a:tc>
                  <a:txBody>
                    <a:bodyPr/>
                    <a:lstStyle/>
                    <a:p>
                      <a:pPr>
                        <a:buNone/>
                      </a:pPr>
                      <a:r>
                        <a:rPr lang="en-IN" sz="700" dirty="0"/>
                        <a:t>01-AUG-26</a:t>
                      </a:r>
                    </a:p>
                  </a:txBody>
                  <a:tcPr marL="36208" marR="36208" marT="18104" marB="18104" anchor="ctr"/>
                </a:tc>
                <a:tc>
                  <a:txBody>
                    <a:bodyPr/>
                    <a:lstStyle/>
                    <a:p>
                      <a:pPr>
                        <a:buNone/>
                      </a:pPr>
                      <a:r>
                        <a:rPr lang="en-IN" sz="700" dirty="0"/>
                        <a:t>Ravi</a:t>
                      </a:r>
                    </a:p>
                  </a:txBody>
                  <a:tcPr marL="36208" marR="36208" marT="18104" marB="18104" anchor="ctr"/>
                </a:tc>
                <a:tc>
                  <a:txBody>
                    <a:bodyPr/>
                    <a:lstStyle/>
                    <a:p>
                      <a:pPr>
                        <a:buNone/>
                      </a:pPr>
                      <a:r>
                        <a:rPr lang="en-IN" sz="700" dirty="0"/>
                        <a:t>ravi@gmail.com</a:t>
                      </a:r>
                    </a:p>
                  </a:txBody>
                  <a:tcPr marL="36208" marR="36208" marT="18104" marB="18104" anchor="ctr"/>
                </a:tc>
                <a:tc>
                  <a:txBody>
                    <a:bodyPr/>
                    <a:lstStyle/>
                    <a:p>
                      <a:pPr>
                        <a:buNone/>
                      </a:pPr>
                      <a:r>
                        <a:rPr lang="en-IN" sz="700" dirty="0"/>
                        <a:t>2</a:t>
                      </a:r>
                    </a:p>
                  </a:txBody>
                  <a:tcPr marL="36208" marR="36208" marT="18104" marB="18104" anchor="ctr"/>
                </a:tc>
                <a:tc>
                  <a:txBody>
                    <a:bodyPr/>
                    <a:lstStyle/>
                    <a:p>
                      <a:pPr>
                        <a:buNone/>
                      </a:pPr>
                      <a:r>
                        <a:rPr lang="en-IN" sz="700" dirty="0"/>
                        <a:t>Laptop</a:t>
                      </a:r>
                    </a:p>
                  </a:txBody>
                  <a:tcPr marL="36208" marR="36208" marT="18104" marB="18104" anchor="ctr"/>
                </a:tc>
                <a:tc>
                  <a:txBody>
                    <a:bodyPr/>
                    <a:lstStyle/>
                    <a:p>
                      <a:pPr>
                        <a:buNone/>
                      </a:pPr>
                      <a:r>
                        <a:rPr lang="en-IN" sz="700" dirty="0"/>
                        <a:t>50000</a:t>
                      </a:r>
                    </a:p>
                  </a:txBody>
                  <a:tcPr marL="36208" marR="36208" marT="18104" marB="18104" anchor="ctr"/>
                </a:tc>
                <a:tc>
                  <a:txBody>
                    <a:bodyPr/>
                    <a:lstStyle/>
                    <a:p>
                      <a:pPr>
                        <a:buNone/>
                      </a:pPr>
                      <a:r>
                        <a:rPr lang="en-IN" sz="700" dirty="0"/>
                        <a:t>2</a:t>
                      </a:r>
                    </a:p>
                  </a:txBody>
                  <a:tcPr marL="36208" marR="36208" marT="18104" marB="18104" anchor="ctr"/>
                </a:tc>
                <a:tc>
                  <a:txBody>
                    <a:bodyPr/>
                    <a:lstStyle/>
                    <a:p>
                      <a:pPr>
                        <a:buNone/>
                      </a:pPr>
                      <a:r>
                        <a:rPr lang="en-IN" sz="700" dirty="0"/>
                        <a:t>125000</a:t>
                      </a:r>
                    </a:p>
                  </a:txBody>
                  <a:tcPr marL="36208" marR="36208" marT="18104" marB="18104" anchor="ctr"/>
                </a:tc>
                <a:tc>
                  <a:txBody>
                    <a:bodyPr/>
                    <a:lstStyle/>
                    <a:p>
                      <a:pPr>
                        <a:buNone/>
                      </a:pPr>
                      <a:r>
                        <a:rPr lang="en-IN" sz="700" dirty="0"/>
                        <a:t>UPI</a:t>
                      </a:r>
                    </a:p>
                  </a:txBody>
                  <a:tcPr marL="36208" marR="36208" marT="18104" marB="18104" anchor="ctr"/>
                </a:tc>
                <a:extLst>
                  <a:ext uri="{0D108BD9-81ED-4DB2-BD59-A6C34878D82A}">
                    <a16:rowId xmlns:a16="http://schemas.microsoft.com/office/drawing/2014/main" val="1460169717"/>
                  </a:ext>
                </a:extLst>
              </a:tr>
              <a:tr h="348691">
                <a:tc>
                  <a:txBody>
                    <a:bodyPr/>
                    <a:lstStyle/>
                    <a:p>
                      <a:pPr>
                        <a:buNone/>
                      </a:pPr>
                      <a:r>
                        <a:rPr lang="en-IN" sz="700" dirty="0"/>
                        <a:t>102</a:t>
                      </a:r>
                    </a:p>
                  </a:txBody>
                  <a:tcPr marL="36208" marR="36208" marT="18104" marB="18104" anchor="ctr"/>
                </a:tc>
                <a:tc>
                  <a:txBody>
                    <a:bodyPr/>
                    <a:lstStyle/>
                    <a:p>
                      <a:pPr>
                        <a:buNone/>
                      </a:pPr>
                      <a:r>
                        <a:rPr lang="en-IN" sz="700" dirty="0"/>
                        <a:t>2</a:t>
                      </a:r>
                    </a:p>
                  </a:txBody>
                  <a:tcPr marL="36208" marR="36208" marT="18104" marB="18104" anchor="ctr"/>
                </a:tc>
                <a:tc>
                  <a:txBody>
                    <a:bodyPr/>
                    <a:lstStyle/>
                    <a:p>
                      <a:pPr>
                        <a:buNone/>
                      </a:pPr>
                      <a:r>
                        <a:rPr lang="en-IN" sz="700" dirty="0"/>
                        <a:t>02-AUG-26</a:t>
                      </a:r>
                    </a:p>
                  </a:txBody>
                  <a:tcPr marL="36208" marR="36208" marT="18104" marB="18104" anchor="ctr"/>
                </a:tc>
                <a:tc>
                  <a:txBody>
                    <a:bodyPr/>
                    <a:lstStyle/>
                    <a:p>
                      <a:pPr>
                        <a:buNone/>
                      </a:pPr>
                      <a:r>
                        <a:rPr lang="en-IN" sz="700" dirty="0"/>
                        <a:t>Ram</a:t>
                      </a:r>
                    </a:p>
                  </a:txBody>
                  <a:tcPr marL="36208" marR="36208" marT="18104" marB="18104" anchor="ctr"/>
                </a:tc>
                <a:tc>
                  <a:txBody>
                    <a:bodyPr/>
                    <a:lstStyle/>
                    <a:p>
                      <a:pPr>
                        <a:buNone/>
                      </a:pPr>
                      <a:r>
                        <a:rPr lang="en-IN" sz="700" dirty="0"/>
                        <a:t>ram@gmail.com</a:t>
                      </a:r>
                    </a:p>
                  </a:txBody>
                  <a:tcPr marL="36208" marR="36208" marT="18104" marB="18104" anchor="ctr"/>
                </a:tc>
                <a:tc>
                  <a:txBody>
                    <a:bodyPr/>
                    <a:lstStyle/>
                    <a:p>
                      <a:pPr>
                        <a:buNone/>
                      </a:pPr>
                      <a:r>
                        <a:rPr lang="en-IN" sz="700" dirty="0"/>
                        <a:t>3</a:t>
                      </a:r>
                    </a:p>
                  </a:txBody>
                  <a:tcPr marL="36208" marR="36208" marT="18104" marB="18104" anchor="ctr"/>
                </a:tc>
                <a:tc>
                  <a:txBody>
                    <a:bodyPr/>
                    <a:lstStyle/>
                    <a:p>
                      <a:pPr>
                        <a:buNone/>
                      </a:pPr>
                      <a:r>
                        <a:rPr lang="en-IN" sz="700" dirty="0"/>
                        <a:t>Headphones</a:t>
                      </a:r>
                    </a:p>
                  </a:txBody>
                  <a:tcPr marL="36208" marR="36208" marT="18104" marB="18104" anchor="ctr"/>
                </a:tc>
                <a:tc>
                  <a:txBody>
                    <a:bodyPr/>
                    <a:lstStyle/>
                    <a:p>
                      <a:pPr>
                        <a:buNone/>
                      </a:pPr>
                      <a:r>
                        <a:rPr lang="en-IN" sz="700" dirty="0"/>
                        <a:t>2000</a:t>
                      </a:r>
                    </a:p>
                  </a:txBody>
                  <a:tcPr marL="36208" marR="36208" marT="18104" marB="18104" anchor="ctr"/>
                </a:tc>
                <a:tc>
                  <a:txBody>
                    <a:bodyPr/>
                    <a:lstStyle/>
                    <a:p>
                      <a:pPr>
                        <a:buNone/>
                      </a:pPr>
                      <a:r>
                        <a:rPr lang="en-IN" sz="700" dirty="0"/>
                        <a:t>2</a:t>
                      </a:r>
                    </a:p>
                  </a:txBody>
                  <a:tcPr marL="36208" marR="36208" marT="18104" marB="18104" anchor="ctr"/>
                </a:tc>
                <a:tc>
                  <a:txBody>
                    <a:bodyPr/>
                    <a:lstStyle/>
                    <a:p>
                      <a:pPr>
                        <a:buNone/>
                      </a:pPr>
                      <a:r>
                        <a:rPr lang="en-IN" sz="700" dirty="0"/>
                        <a:t>4000</a:t>
                      </a:r>
                    </a:p>
                  </a:txBody>
                  <a:tcPr marL="36208" marR="36208" marT="18104" marB="18104" anchor="ctr"/>
                </a:tc>
                <a:tc>
                  <a:txBody>
                    <a:bodyPr/>
                    <a:lstStyle/>
                    <a:p>
                      <a:pPr>
                        <a:buNone/>
                      </a:pPr>
                      <a:r>
                        <a:rPr lang="en-IN" sz="700" dirty="0"/>
                        <a:t>Card</a:t>
                      </a:r>
                    </a:p>
                  </a:txBody>
                  <a:tcPr marL="36208" marR="36208" marT="18104" marB="18104" anchor="ctr"/>
                </a:tc>
                <a:extLst>
                  <a:ext uri="{0D108BD9-81ED-4DB2-BD59-A6C34878D82A}">
                    <a16:rowId xmlns:a16="http://schemas.microsoft.com/office/drawing/2014/main" val="2249872064"/>
                  </a:ext>
                </a:extLst>
              </a:tr>
              <a:tr h="268224">
                <a:tc>
                  <a:txBody>
                    <a:bodyPr/>
                    <a:lstStyle/>
                    <a:p>
                      <a:pPr>
                        <a:buNone/>
                      </a:pPr>
                      <a:r>
                        <a:rPr lang="en-IN" sz="700" dirty="0"/>
                        <a:t>103</a:t>
                      </a:r>
                    </a:p>
                  </a:txBody>
                  <a:tcPr marL="36208" marR="36208" marT="18104" marB="18104" anchor="ctr"/>
                </a:tc>
                <a:tc>
                  <a:txBody>
                    <a:bodyPr/>
                    <a:lstStyle/>
                    <a:p>
                      <a:pPr>
                        <a:buNone/>
                      </a:pPr>
                      <a:r>
                        <a:rPr lang="en-IN" sz="700" dirty="0"/>
                        <a:t>3</a:t>
                      </a:r>
                    </a:p>
                  </a:txBody>
                  <a:tcPr marL="36208" marR="36208" marT="18104" marB="18104" anchor="ctr"/>
                </a:tc>
                <a:tc>
                  <a:txBody>
                    <a:bodyPr/>
                    <a:lstStyle/>
                    <a:p>
                      <a:pPr>
                        <a:buNone/>
                      </a:pPr>
                      <a:r>
                        <a:rPr lang="en-IN" sz="700" dirty="0"/>
                        <a:t>03-AUG-26</a:t>
                      </a:r>
                    </a:p>
                  </a:txBody>
                  <a:tcPr marL="36208" marR="36208" marT="18104" marB="18104" anchor="ctr"/>
                </a:tc>
                <a:tc>
                  <a:txBody>
                    <a:bodyPr/>
                    <a:lstStyle/>
                    <a:p>
                      <a:pPr>
                        <a:buNone/>
                      </a:pPr>
                      <a:r>
                        <a:rPr lang="en-IN" sz="700" dirty="0"/>
                        <a:t>Raj</a:t>
                      </a:r>
                    </a:p>
                  </a:txBody>
                  <a:tcPr marL="36208" marR="36208" marT="18104" marB="18104" anchor="ctr"/>
                </a:tc>
                <a:tc>
                  <a:txBody>
                    <a:bodyPr/>
                    <a:lstStyle/>
                    <a:p>
                      <a:pPr>
                        <a:buNone/>
                      </a:pPr>
                      <a:r>
                        <a:rPr lang="en-IN" sz="700" dirty="0"/>
                        <a:t>raj@gmail.com</a:t>
                      </a:r>
                    </a:p>
                  </a:txBody>
                  <a:tcPr marL="36208" marR="36208" marT="18104" marB="18104" anchor="ctr"/>
                </a:tc>
                <a:tc>
                  <a:txBody>
                    <a:bodyPr/>
                    <a:lstStyle/>
                    <a:p>
                      <a:pPr>
                        <a:buNone/>
                      </a:pPr>
                      <a:r>
                        <a:rPr lang="en-IN" sz="700" dirty="0"/>
                        <a:t>4</a:t>
                      </a:r>
                    </a:p>
                  </a:txBody>
                  <a:tcPr marL="36208" marR="36208" marT="18104" marB="18104" anchor="ctr"/>
                </a:tc>
                <a:tc>
                  <a:txBody>
                    <a:bodyPr/>
                    <a:lstStyle/>
                    <a:p>
                      <a:pPr>
                        <a:buNone/>
                      </a:pPr>
                      <a:r>
                        <a:rPr lang="en-IN" sz="700" dirty="0"/>
                        <a:t>Shoes</a:t>
                      </a:r>
                    </a:p>
                  </a:txBody>
                  <a:tcPr marL="36208" marR="36208" marT="18104" marB="18104" anchor="ctr"/>
                </a:tc>
                <a:tc>
                  <a:txBody>
                    <a:bodyPr/>
                    <a:lstStyle/>
                    <a:p>
                      <a:pPr>
                        <a:buNone/>
                      </a:pPr>
                      <a:r>
                        <a:rPr lang="en-IN" sz="700" dirty="0"/>
                        <a:t>5000</a:t>
                      </a:r>
                    </a:p>
                  </a:txBody>
                  <a:tcPr marL="36208" marR="36208" marT="18104" marB="18104" anchor="ctr"/>
                </a:tc>
                <a:tc>
                  <a:txBody>
                    <a:bodyPr/>
                    <a:lstStyle/>
                    <a:p>
                      <a:pPr>
                        <a:buNone/>
                      </a:pPr>
                      <a:r>
                        <a:rPr lang="en-IN" sz="700" dirty="0"/>
                        <a:t>1</a:t>
                      </a:r>
                    </a:p>
                  </a:txBody>
                  <a:tcPr marL="36208" marR="36208" marT="18104" marB="18104" anchor="ctr"/>
                </a:tc>
                <a:tc>
                  <a:txBody>
                    <a:bodyPr/>
                    <a:lstStyle/>
                    <a:p>
                      <a:pPr>
                        <a:buNone/>
                      </a:pPr>
                      <a:r>
                        <a:rPr lang="en-IN" sz="700" dirty="0"/>
                        <a:t>5000</a:t>
                      </a:r>
                    </a:p>
                  </a:txBody>
                  <a:tcPr marL="36208" marR="36208" marT="18104" marB="18104" anchor="ctr"/>
                </a:tc>
                <a:tc>
                  <a:txBody>
                    <a:bodyPr/>
                    <a:lstStyle/>
                    <a:p>
                      <a:pPr>
                        <a:buNone/>
                      </a:pPr>
                      <a:r>
                        <a:rPr lang="en-IN" sz="700" dirty="0"/>
                        <a:t>UPI</a:t>
                      </a:r>
                    </a:p>
                  </a:txBody>
                  <a:tcPr marL="36208" marR="36208" marT="18104" marB="18104" anchor="ctr"/>
                </a:tc>
                <a:extLst>
                  <a:ext uri="{0D108BD9-81ED-4DB2-BD59-A6C34878D82A}">
                    <a16:rowId xmlns:a16="http://schemas.microsoft.com/office/drawing/2014/main" val="3885425179"/>
                  </a:ext>
                </a:extLst>
              </a:tr>
              <a:tr h="268224">
                <a:tc>
                  <a:txBody>
                    <a:bodyPr/>
                    <a:lstStyle/>
                    <a:p>
                      <a:pPr>
                        <a:buNone/>
                      </a:pPr>
                      <a:r>
                        <a:rPr lang="en-IN" sz="700" dirty="0"/>
                        <a:t>103</a:t>
                      </a:r>
                    </a:p>
                  </a:txBody>
                  <a:tcPr marL="36208" marR="36208" marT="18104" marB="18104" anchor="ctr"/>
                </a:tc>
                <a:tc>
                  <a:txBody>
                    <a:bodyPr/>
                    <a:lstStyle/>
                    <a:p>
                      <a:pPr>
                        <a:buNone/>
                      </a:pPr>
                      <a:r>
                        <a:rPr lang="en-IN" sz="700" dirty="0"/>
                        <a:t>3</a:t>
                      </a:r>
                    </a:p>
                  </a:txBody>
                  <a:tcPr marL="36208" marR="36208" marT="18104" marB="18104" anchor="ctr"/>
                </a:tc>
                <a:tc>
                  <a:txBody>
                    <a:bodyPr/>
                    <a:lstStyle/>
                    <a:p>
                      <a:pPr>
                        <a:buNone/>
                      </a:pPr>
                      <a:r>
                        <a:rPr lang="en-IN" sz="700" dirty="0"/>
                        <a:t>03-AUG-26</a:t>
                      </a:r>
                    </a:p>
                  </a:txBody>
                  <a:tcPr marL="36208" marR="36208" marT="18104" marB="18104" anchor="ctr"/>
                </a:tc>
                <a:tc>
                  <a:txBody>
                    <a:bodyPr/>
                    <a:lstStyle/>
                    <a:p>
                      <a:pPr>
                        <a:buNone/>
                      </a:pPr>
                      <a:r>
                        <a:rPr lang="en-IN" sz="700" dirty="0"/>
                        <a:t>Raj</a:t>
                      </a:r>
                    </a:p>
                  </a:txBody>
                  <a:tcPr marL="36208" marR="36208" marT="18104" marB="18104" anchor="ctr"/>
                </a:tc>
                <a:tc>
                  <a:txBody>
                    <a:bodyPr/>
                    <a:lstStyle/>
                    <a:p>
                      <a:pPr>
                        <a:buNone/>
                      </a:pPr>
                      <a:r>
                        <a:rPr lang="en-IN" sz="700" dirty="0"/>
                        <a:t>raj@gmail.com</a:t>
                      </a:r>
                    </a:p>
                  </a:txBody>
                  <a:tcPr marL="36208" marR="36208" marT="18104" marB="18104" anchor="ctr"/>
                </a:tc>
                <a:tc>
                  <a:txBody>
                    <a:bodyPr/>
                    <a:lstStyle/>
                    <a:p>
                      <a:pPr>
                        <a:buNone/>
                      </a:pPr>
                      <a:r>
                        <a:rPr lang="en-IN" sz="700" dirty="0"/>
                        <a:t>5</a:t>
                      </a:r>
                    </a:p>
                  </a:txBody>
                  <a:tcPr marL="36208" marR="36208" marT="18104" marB="18104" anchor="ctr"/>
                </a:tc>
                <a:tc>
                  <a:txBody>
                    <a:bodyPr/>
                    <a:lstStyle/>
                    <a:p>
                      <a:pPr>
                        <a:buNone/>
                      </a:pPr>
                      <a:r>
                        <a:rPr lang="en-IN" sz="700" dirty="0"/>
                        <a:t>Shirt</a:t>
                      </a:r>
                    </a:p>
                  </a:txBody>
                  <a:tcPr marL="36208" marR="36208" marT="18104" marB="18104" anchor="ctr"/>
                </a:tc>
                <a:tc>
                  <a:txBody>
                    <a:bodyPr/>
                    <a:lstStyle/>
                    <a:p>
                      <a:pPr>
                        <a:buNone/>
                      </a:pPr>
                      <a:r>
                        <a:rPr lang="en-IN" sz="700" dirty="0"/>
                        <a:t>3000</a:t>
                      </a:r>
                    </a:p>
                  </a:txBody>
                  <a:tcPr marL="36208" marR="36208" marT="18104" marB="18104" anchor="ctr"/>
                </a:tc>
                <a:tc>
                  <a:txBody>
                    <a:bodyPr/>
                    <a:lstStyle/>
                    <a:p>
                      <a:pPr>
                        <a:buNone/>
                      </a:pPr>
                      <a:r>
                        <a:rPr lang="en-IN" sz="700" dirty="0"/>
                        <a:t>2</a:t>
                      </a:r>
                    </a:p>
                  </a:txBody>
                  <a:tcPr marL="36208" marR="36208" marT="18104" marB="18104" anchor="ctr"/>
                </a:tc>
                <a:tc>
                  <a:txBody>
                    <a:bodyPr/>
                    <a:lstStyle/>
                    <a:p>
                      <a:pPr>
                        <a:buNone/>
                      </a:pPr>
                      <a:r>
                        <a:rPr lang="en-IN" sz="700" dirty="0"/>
                        <a:t>11000</a:t>
                      </a:r>
                    </a:p>
                  </a:txBody>
                  <a:tcPr marL="36208" marR="36208" marT="18104" marB="18104" anchor="ctr"/>
                </a:tc>
                <a:tc>
                  <a:txBody>
                    <a:bodyPr/>
                    <a:lstStyle/>
                    <a:p>
                      <a:pPr>
                        <a:buNone/>
                      </a:pPr>
                      <a:r>
                        <a:rPr lang="en-IN" sz="700" dirty="0"/>
                        <a:t>UPI</a:t>
                      </a:r>
                    </a:p>
                  </a:txBody>
                  <a:tcPr marL="36208" marR="36208" marT="18104" marB="18104" anchor="ctr"/>
                </a:tc>
                <a:extLst>
                  <a:ext uri="{0D108BD9-81ED-4DB2-BD59-A6C34878D82A}">
                    <a16:rowId xmlns:a16="http://schemas.microsoft.com/office/drawing/2014/main" val="1648663179"/>
                  </a:ext>
                </a:extLst>
              </a:tr>
              <a:tr h="348691">
                <a:tc>
                  <a:txBody>
                    <a:bodyPr/>
                    <a:lstStyle/>
                    <a:p>
                      <a:pPr>
                        <a:buNone/>
                      </a:pPr>
                      <a:r>
                        <a:rPr lang="en-IN" sz="700" dirty="0"/>
                        <a:t>104</a:t>
                      </a:r>
                    </a:p>
                  </a:txBody>
                  <a:tcPr marL="36208" marR="36208" marT="18104" marB="18104" anchor="ctr"/>
                </a:tc>
                <a:tc>
                  <a:txBody>
                    <a:bodyPr/>
                    <a:lstStyle/>
                    <a:p>
                      <a:pPr>
                        <a:buNone/>
                      </a:pPr>
                      <a:r>
                        <a:rPr lang="en-IN" sz="700" dirty="0"/>
                        <a:t>4</a:t>
                      </a:r>
                    </a:p>
                  </a:txBody>
                  <a:tcPr marL="36208" marR="36208" marT="18104" marB="18104" anchor="ctr"/>
                </a:tc>
                <a:tc>
                  <a:txBody>
                    <a:bodyPr/>
                    <a:lstStyle/>
                    <a:p>
                      <a:pPr>
                        <a:buNone/>
                      </a:pPr>
                      <a:r>
                        <a:rPr lang="en-IN" sz="700" dirty="0"/>
                        <a:t>04-AUG-26</a:t>
                      </a:r>
                    </a:p>
                  </a:txBody>
                  <a:tcPr marL="36208" marR="36208" marT="18104" marB="18104" anchor="ctr"/>
                </a:tc>
                <a:tc>
                  <a:txBody>
                    <a:bodyPr/>
                    <a:lstStyle/>
                    <a:p>
                      <a:pPr>
                        <a:buNone/>
                      </a:pPr>
                      <a:r>
                        <a:rPr lang="en-IN" sz="700" dirty="0"/>
                        <a:t>Rakesh</a:t>
                      </a:r>
                    </a:p>
                  </a:txBody>
                  <a:tcPr marL="36208" marR="36208" marT="18104" marB="18104" anchor="ctr"/>
                </a:tc>
                <a:tc>
                  <a:txBody>
                    <a:bodyPr/>
                    <a:lstStyle/>
                    <a:p>
                      <a:pPr>
                        <a:buNone/>
                      </a:pPr>
                      <a:r>
                        <a:rPr lang="en-IN" sz="700" dirty="0"/>
                        <a:t>rakesh@gmail.com</a:t>
                      </a:r>
                    </a:p>
                  </a:txBody>
                  <a:tcPr marL="36208" marR="36208" marT="18104" marB="18104" anchor="ctr"/>
                </a:tc>
                <a:tc>
                  <a:txBody>
                    <a:bodyPr/>
                    <a:lstStyle/>
                    <a:p>
                      <a:pPr>
                        <a:buNone/>
                      </a:pPr>
                      <a:r>
                        <a:rPr lang="en-IN" sz="700" dirty="0"/>
                        <a:t>6</a:t>
                      </a:r>
                    </a:p>
                  </a:txBody>
                  <a:tcPr marL="36208" marR="36208" marT="18104" marB="18104" anchor="ctr"/>
                </a:tc>
                <a:tc>
                  <a:txBody>
                    <a:bodyPr/>
                    <a:lstStyle/>
                    <a:p>
                      <a:pPr>
                        <a:buNone/>
                      </a:pPr>
                      <a:r>
                        <a:rPr lang="en-IN" sz="700" dirty="0"/>
                        <a:t>Television</a:t>
                      </a:r>
                    </a:p>
                  </a:txBody>
                  <a:tcPr marL="36208" marR="36208" marT="18104" marB="18104" anchor="ctr"/>
                </a:tc>
                <a:tc>
                  <a:txBody>
                    <a:bodyPr/>
                    <a:lstStyle/>
                    <a:p>
                      <a:pPr>
                        <a:buNone/>
                      </a:pPr>
                      <a:r>
                        <a:rPr lang="en-IN" sz="700" dirty="0"/>
                        <a:t>30000</a:t>
                      </a:r>
                    </a:p>
                  </a:txBody>
                  <a:tcPr marL="36208" marR="36208" marT="18104" marB="18104" anchor="ctr"/>
                </a:tc>
                <a:tc>
                  <a:txBody>
                    <a:bodyPr/>
                    <a:lstStyle/>
                    <a:p>
                      <a:pPr>
                        <a:buNone/>
                      </a:pPr>
                      <a:r>
                        <a:rPr lang="en-IN" sz="700" dirty="0"/>
                        <a:t>1</a:t>
                      </a:r>
                    </a:p>
                  </a:txBody>
                  <a:tcPr marL="36208" marR="36208" marT="18104" marB="18104" anchor="ctr"/>
                </a:tc>
                <a:tc>
                  <a:txBody>
                    <a:bodyPr/>
                    <a:lstStyle/>
                    <a:p>
                      <a:pPr>
                        <a:buNone/>
                      </a:pPr>
                      <a:r>
                        <a:rPr lang="en-IN" sz="700" dirty="0"/>
                        <a:t>30000</a:t>
                      </a:r>
                    </a:p>
                  </a:txBody>
                  <a:tcPr marL="36208" marR="36208" marT="18104" marB="18104" anchor="ctr"/>
                </a:tc>
                <a:tc>
                  <a:txBody>
                    <a:bodyPr/>
                    <a:lstStyle/>
                    <a:p>
                      <a:pPr>
                        <a:buNone/>
                      </a:pPr>
                      <a:r>
                        <a:rPr lang="en-IN" sz="700" dirty="0"/>
                        <a:t>Cash</a:t>
                      </a:r>
                    </a:p>
                  </a:txBody>
                  <a:tcPr marL="36208" marR="36208" marT="18104" marB="18104" anchor="ctr"/>
                </a:tc>
                <a:extLst>
                  <a:ext uri="{0D108BD9-81ED-4DB2-BD59-A6C34878D82A}">
                    <a16:rowId xmlns:a16="http://schemas.microsoft.com/office/drawing/2014/main" val="3185591304"/>
                  </a:ext>
                </a:extLst>
              </a:tr>
              <a:tr h="268224">
                <a:tc>
                  <a:txBody>
                    <a:bodyPr/>
                    <a:lstStyle/>
                    <a:p>
                      <a:pPr>
                        <a:buNone/>
                      </a:pPr>
                      <a:r>
                        <a:rPr lang="en-IN" sz="700" dirty="0"/>
                        <a:t>105</a:t>
                      </a:r>
                    </a:p>
                  </a:txBody>
                  <a:tcPr marL="36208" marR="36208" marT="18104" marB="18104" anchor="ctr"/>
                </a:tc>
                <a:tc>
                  <a:txBody>
                    <a:bodyPr/>
                    <a:lstStyle/>
                    <a:p>
                      <a:pPr>
                        <a:buNone/>
                      </a:pPr>
                      <a:r>
                        <a:rPr lang="en-IN" sz="700" dirty="0"/>
                        <a:t>5</a:t>
                      </a:r>
                    </a:p>
                  </a:txBody>
                  <a:tcPr marL="36208" marR="36208" marT="18104" marB="18104" anchor="ctr"/>
                </a:tc>
                <a:tc>
                  <a:txBody>
                    <a:bodyPr/>
                    <a:lstStyle/>
                    <a:p>
                      <a:pPr>
                        <a:buNone/>
                      </a:pPr>
                      <a:r>
                        <a:rPr lang="en-IN" sz="700" dirty="0"/>
                        <a:t>05-AUG-26</a:t>
                      </a:r>
                    </a:p>
                  </a:txBody>
                  <a:tcPr marL="36208" marR="36208" marT="18104" marB="18104" anchor="ctr"/>
                </a:tc>
                <a:tc>
                  <a:txBody>
                    <a:bodyPr/>
                    <a:lstStyle/>
                    <a:p>
                      <a:pPr>
                        <a:buNone/>
                      </a:pPr>
                      <a:r>
                        <a:rPr lang="en-IN" sz="700" dirty="0"/>
                        <a:t>Jay</a:t>
                      </a:r>
                    </a:p>
                  </a:txBody>
                  <a:tcPr marL="36208" marR="36208" marT="18104" marB="18104" anchor="ctr"/>
                </a:tc>
                <a:tc>
                  <a:txBody>
                    <a:bodyPr/>
                    <a:lstStyle/>
                    <a:p>
                      <a:pPr>
                        <a:buNone/>
                      </a:pPr>
                      <a:r>
                        <a:rPr lang="en-IN" sz="700" dirty="0"/>
                        <a:t>jay@gmail.com</a:t>
                      </a:r>
                    </a:p>
                  </a:txBody>
                  <a:tcPr marL="36208" marR="36208" marT="18104" marB="18104" anchor="ctr"/>
                </a:tc>
                <a:tc>
                  <a:txBody>
                    <a:bodyPr/>
                    <a:lstStyle/>
                    <a:p>
                      <a:pPr>
                        <a:buNone/>
                      </a:pPr>
                      <a:r>
                        <a:rPr lang="en-IN" sz="700" dirty="0"/>
                        <a:t>7</a:t>
                      </a:r>
                    </a:p>
                  </a:txBody>
                  <a:tcPr marL="36208" marR="36208" marT="18104" marB="18104" anchor="ctr"/>
                </a:tc>
                <a:tc>
                  <a:txBody>
                    <a:bodyPr/>
                    <a:lstStyle/>
                    <a:p>
                      <a:pPr>
                        <a:buNone/>
                      </a:pPr>
                      <a:r>
                        <a:rPr lang="en-IN" sz="700" dirty="0"/>
                        <a:t>Camera</a:t>
                      </a:r>
                    </a:p>
                  </a:txBody>
                  <a:tcPr marL="36208" marR="36208" marT="18104" marB="18104" anchor="ctr"/>
                </a:tc>
                <a:tc>
                  <a:txBody>
                    <a:bodyPr/>
                    <a:lstStyle/>
                    <a:p>
                      <a:pPr>
                        <a:buNone/>
                      </a:pPr>
                      <a:r>
                        <a:rPr lang="en-IN" sz="700" dirty="0"/>
                        <a:t>12000</a:t>
                      </a:r>
                    </a:p>
                  </a:txBody>
                  <a:tcPr marL="36208" marR="36208" marT="18104" marB="18104" anchor="ctr"/>
                </a:tc>
                <a:tc>
                  <a:txBody>
                    <a:bodyPr/>
                    <a:lstStyle/>
                    <a:p>
                      <a:pPr>
                        <a:buNone/>
                      </a:pPr>
                      <a:r>
                        <a:rPr lang="en-IN" sz="700" dirty="0"/>
                        <a:t>1</a:t>
                      </a:r>
                    </a:p>
                  </a:txBody>
                  <a:tcPr marL="36208" marR="36208" marT="18104" marB="18104" anchor="ctr"/>
                </a:tc>
                <a:tc>
                  <a:txBody>
                    <a:bodyPr/>
                    <a:lstStyle/>
                    <a:p>
                      <a:pPr>
                        <a:buNone/>
                      </a:pPr>
                      <a:r>
                        <a:rPr lang="en-IN" sz="700" dirty="0"/>
                        <a:t>12000</a:t>
                      </a:r>
                    </a:p>
                  </a:txBody>
                  <a:tcPr marL="36208" marR="36208" marT="18104" marB="18104" anchor="ctr"/>
                </a:tc>
                <a:tc>
                  <a:txBody>
                    <a:bodyPr/>
                    <a:lstStyle/>
                    <a:p>
                      <a:pPr>
                        <a:buNone/>
                      </a:pPr>
                      <a:r>
                        <a:rPr lang="en-IN" sz="700" dirty="0"/>
                        <a:t>Card</a:t>
                      </a:r>
                    </a:p>
                  </a:txBody>
                  <a:tcPr marL="36208" marR="36208" marT="18104" marB="18104" anchor="ctr"/>
                </a:tc>
                <a:extLst>
                  <a:ext uri="{0D108BD9-81ED-4DB2-BD59-A6C34878D82A}">
                    <a16:rowId xmlns:a16="http://schemas.microsoft.com/office/drawing/2014/main" val="1319752919"/>
                  </a:ext>
                </a:extLst>
              </a:tr>
              <a:tr h="348691">
                <a:tc>
                  <a:txBody>
                    <a:bodyPr/>
                    <a:lstStyle/>
                    <a:p>
                      <a:pPr>
                        <a:buNone/>
                      </a:pPr>
                      <a:r>
                        <a:rPr lang="en-IN" sz="700" dirty="0"/>
                        <a:t>106</a:t>
                      </a:r>
                    </a:p>
                  </a:txBody>
                  <a:tcPr marL="36208" marR="36208" marT="18104" marB="18104" anchor="ctr"/>
                </a:tc>
                <a:tc>
                  <a:txBody>
                    <a:bodyPr/>
                    <a:lstStyle/>
                    <a:p>
                      <a:pPr>
                        <a:buNone/>
                      </a:pPr>
                      <a:r>
                        <a:rPr lang="en-IN" sz="700" dirty="0"/>
                        <a:t>6</a:t>
                      </a:r>
                    </a:p>
                  </a:txBody>
                  <a:tcPr marL="36208" marR="36208" marT="18104" marB="18104" anchor="ctr"/>
                </a:tc>
                <a:tc>
                  <a:txBody>
                    <a:bodyPr/>
                    <a:lstStyle/>
                    <a:p>
                      <a:pPr>
                        <a:buNone/>
                      </a:pPr>
                      <a:r>
                        <a:rPr lang="en-IN" sz="700" dirty="0"/>
                        <a:t>06-AUG-26</a:t>
                      </a:r>
                    </a:p>
                  </a:txBody>
                  <a:tcPr marL="36208" marR="36208" marT="18104" marB="18104" anchor="ctr"/>
                </a:tc>
                <a:tc>
                  <a:txBody>
                    <a:bodyPr/>
                    <a:lstStyle/>
                    <a:p>
                      <a:pPr>
                        <a:buNone/>
                      </a:pPr>
                      <a:r>
                        <a:rPr lang="en-IN" sz="700" dirty="0"/>
                        <a:t>Arun</a:t>
                      </a:r>
                    </a:p>
                  </a:txBody>
                  <a:tcPr marL="36208" marR="36208" marT="18104" marB="18104" anchor="ctr"/>
                </a:tc>
                <a:tc>
                  <a:txBody>
                    <a:bodyPr/>
                    <a:lstStyle/>
                    <a:p>
                      <a:pPr>
                        <a:buNone/>
                      </a:pPr>
                      <a:r>
                        <a:rPr lang="en-IN" sz="700" dirty="0"/>
                        <a:t>arun@gmail.com</a:t>
                      </a:r>
                    </a:p>
                  </a:txBody>
                  <a:tcPr marL="36208" marR="36208" marT="18104" marB="18104" anchor="ctr"/>
                </a:tc>
                <a:tc>
                  <a:txBody>
                    <a:bodyPr/>
                    <a:lstStyle/>
                    <a:p>
                      <a:pPr>
                        <a:buNone/>
                      </a:pPr>
                      <a:r>
                        <a:rPr lang="en-IN" sz="700" dirty="0"/>
                        <a:t>8</a:t>
                      </a:r>
                    </a:p>
                  </a:txBody>
                  <a:tcPr marL="36208" marR="36208" marT="18104" marB="18104" anchor="ctr"/>
                </a:tc>
                <a:tc>
                  <a:txBody>
                    <a:bodyPr/>
                    <a:lstStyle/>
                    <a:p>
                      <a:pPr>
                        <a:buNone/>
                      </a:pPr>
                      <a:r>
                        <a:rPr lang="en-IN" sz="700" dirty="0"/>
                        <a:t>Watch</a:t>
                      </a:r>
                    </a:p>
                  </a:txBody>
                  <a:tcPr marL="36208" marR="36208" marT="18104" marB="18104" anchor="ctr"/>
                </a:tc>
                <a:tc>
                  <a:txBody>
                    <a:bodyPr/>
                    <a:lstStyle/>
                    <a:p>
                      <a:pPr>
                        <a:buNone/>
                      </a:pPr>
                      <a:r>
                        <a:rPr lang="en-IN" sz="700" dirty="0"/>
                        <a:t>5000</a:t>
                      </a:r>
                    </a:p>
                  </a:txBody>
                  <a:tcPr marL="36208" marR="36208" marT="18104" marB="18104" anchor="ctr"/>
                </a:tc>
                <a:tc>
                  <a:txBody>
                    <a:bodyPr/>
                    <a:lstStyle/>
                    <a:p>
                      <a:pPr>
                        <a:buNone/>
                      </a:pPr>
                      <a:r>
                        <a:rPr lang="en-IN" sz="700" dirty="0"/>
                        <a:t>2</a:t>
                      </a:r>
                    </a:p>
                  </a:txBody>
                  <a:tcPr marL="36208" marR="36208" marT="18104" marB="18104" anchor="ctr"/>
                </a:tc>
                <a:tc>
                  <a:txBody>
                    <a:bodyPr/>
                    <a:lstStyle/>
                    <a:p>
                      <a:pPr>
                        <a:buNone/>
                      </a:pPr>
                      <a:r>
                        <a:rPr lang="en-IN" sz="700" dirty="0"/>
                        <a:t>10000</a:t>
                      </a:r>
                    </a:p>
                  </a:txBody>
                  <a:tcPr marL="36208" marR="36208" marT="18104" marB="18104" anchor="ctr"/>
                </a:tc>
                <a:tc>
                  <a:txBody>
                    <a:bodyPr/>
                    <a:lstStyle/>
                    <a:p>
                      <a:pPr>
                        <a:buNone/>
                      </a:pPr>
                      <a:r>
                        <a:rPr lang="en-IN" sz="700" dirty="0"/>
                        <a:t>UPI</a:t>
                      </a:r>
                    </a:p>
                  </a:txBody>
                  <a:tcPr marL="36208" marR="36208" marT="18104" marB="18104" anchor="ctr"/>
                </a:tc>
                <a:extLst>
                  <a:ext uri="{0D108BD9-81ED-4DB2-BD59-A6C34878D82A}">
                    <a16:rowId xmlns:a16="http://schemas.microsoft.com/office/drawing/2014/main" val="458413128"/>
                  </a:ext>
                </a:extLst>
              </a:tr>
              <a:tr h="348691">
                <a:tc>
                  <a:txBody>
                    <a:bodyPr/>
                    <a:lstStyle/>
                    <a:p>
                      <a:pPr>
                        <a:buNone/>
                      </a:pPr>
                      <a:r>
                        <a:rPr lang="en-IN" sz="700" dirty="0"/>
                        <a:t>107</a:t>
                      </a:r>
                    </a:p>
                  </a:txBody>
                  <a:tcPr marL="36208" marR="36208" marT="18104" marB="18104" anchor="ctr"/>
                </a:tc>
                <a:tc>
                  <a:txBody>
                    <a:bodyPr/>
                    <a:lstStyle/>
                    <a:p>
                      <a:pPr>
                        <a:buNone/>
                      </a:pPr>
                      <a:r>
                        <a:rPr lang="en-IN" sz="700" dirty="0"/>
                        <a:t>7</a:t>
                      </a:r>
                    </a:p>
                  </a:txBody>
                  <a:tcPr marL="36208" marR="36208" marT="18104" marB="18104" anchor="ctr"/>
                </a:tc>
                <a:tc>
                  <a:txBody>
                    <a:bodyPr/>
                    <a:lstStyle/>
                    <a:p>
                      <a:pPr>
                        <a:buNone/>
                      </a:pPr>
                      <a:r>
                        <a:rPr lang="en-IN" sz="700" dirty="0"/>
                        <a:t>07-AUG-26</a:t>
                      </a:r>
                    </a:p>
                  </a:txBody>
                  <a:tcPr marL="36208" marR="36208" marT="18104" marB="18104" anchor="ctr"/>
                </a:tc>
                <a:tc>
                  <a:txBody>
                    <a:bodyPr/>
                    <a:lstStyle/>
                    <a:p>
                      <a:pPr>
                        <a:buNone/>
                      </a:pPr>
                      <a:r>
                        <a:rPr lang="en-IN" sz="700" dirty="0"/>
                        <a:t>Kiran</a:t>
                      </a:r>
                    </a:p>
                  </a:txBody>
                  <a:tcPr marL="36208" marR="36208" marT="18104" marB="18104" anchor="ctr"/>
                </a:tc>
                <a:tc>
                  <a:txBody>
                    <a:bodyPr/>
                    <a:lstStyle/>
                    <a:p>
                      <a:pPr>
                        <a:buNone/>
                      </a:pPr>
                      <a:r>
                        <a:rPr lang="en-IN" sz="700" dirty="0"/>
                        <a:t>kiran@gmail.com</a:t>
                      </a:r>
                    </a:p>
                  </a:txBody>
                  <a:tcPr marL="36208" marR="36208" marT="18104" marB="18104" anchor="ctr"/>
                </a:tc>
                <a:tc>
                  <a:txBody>
                    <a:bodyPr/>
                    <a:lstStyle/>
                    <a:p>
                      <a:pPr>
                        <a:buNone/>
                      </a:pPr>
                      <a:r>
                        <a:rPr lang="en-IN" sz="700" dirty="0"/>
                        <a:t>9</a:t>
                      </a:r>
                    </a:p>
                  </a:txBody>
                  <a:tcPr marL="36208" marR="36208" marT="18104" marB="18104" anchor="ctr"/>
                </a:tc>
                <a:tc>
                  <a:txBody>
                    <a:bodyPr/>
                    <a:lstStyle/>
                    <a:p>
                      <a:pPr>
                        <a:buNone/>
                      </a:pPr>
                      <a:r>
                        <a:rPr lang="en-IN" sz="700" dirty="0"/>
                        <a:t>Bag</a:t>
                      </a:r>
                    </a:p>
                  </a:txBody>
                  <a:tcPr marL="36208" marR="36208" marT="18104" marB="18104" anchor="ctr"/>
                </a:tc>
                <a:tc>
                  <a:txBody>
                    <a:bodyPr/>
                    <a:lstStyle/>
                    <a:p>
                      <a:pPr>
                        <a:buNone/>
                      </a:pPr>
                      <a:r>
                        <a:rPr lang="en-IN" sz="700" dirty="0"/>
                        <a:t>8000</a:t>
                      </a:r>
                    </a:p>
                  </a:txBody>
                  <a:tcPr marL="36208" marR="36208" marT="18104" marB="18104" anchor="ctr"/>
                </a:tc>
                <a:tc>
                  <a:txBody>
                    <a:bodyPr/>
                    <a:lstStyle/>
                    <a:p>
                      <a:pPr>
                        <a:buNone/>
                      </a:pPr>
                      <a:r>
                        <a:rPr lang="en-IN" sz="700" dirty="0"/>
                        <a:t>1</a:t>
                      </a:r>
                    </a:p>
                  </a:txBody>
                  <a:tcPr marL="36208" marR="36208" marT="18104" marB="18104" anchor="ctr"/>
                </a:tc>
                <a:tc>
                  <a:txBody>
                    <a:bodyPr/>
                    <a:lstStyle/>
                    <a:p>
                      <a:pPr>
                        <a:buNone/>
                      </a:pPr>
                      <a:r>
                        <a:rPr lang="en-IN" sz="700" dirty="0"/>
                        <a:t>8000</a:t>
                      </a:r>
                    </a:p>
                  </a:txBody>
                  <a:tcPr marL="36208" marR="36208" marT="18104" marB="18104" anchor="ctr"/>
                </a:tc>
                <a:tc>
                  <a:txBody>
                    <a:bodyPr/>
                    <a:lstStyle/>
                    <a:p>
                      <a:pPr>
                        <a:buNone/>
                      </a:pPr>
                      <a:r>
                        <a:rPr lang="en-IN" sz="700" dirty="0"/>
                        <a:t>Card</a:t>
                      </a:r>
                    </a:p>
                  </a:txBody>
                  <a:tcPr marL="36208" marR="36208" marT="18104" marB="18104" anchor="ctr"/>
                </a:tc>
                <a:extLst>
                  <a:ext uri="{0D108BD9-81ED-4DB2-BD59-A6C34878D82A}">
                    <a16:rowId xmlns:a16="http://schemas.microsoft.com/office/drawing/2014/main" val="3565342766"/>
                  </a:ext>
                </a:extLst>
              </a:tr>
              <a:tr h="268224">
                <a:tc>
                  <a:txBody>
                    <a:bodyPr/>
                    <a:lstStyle/>
                    <a:p>
                      <a:pPr>
                        <a:buNone/>
                      </a:pPr>
                      <a:r>
                        <a:rPr lang="en-IN" sz="700" dirty="0"/>
                        <a:t>108</a:t>
                      </a:r>
                    </a:p>
                  </a:txBody>
                  <a:tcPr marL="36208" marR="36208" marT="18104" marB="18104" anchor="ctr"/>
                </a:tc>
                <a:tc>
                  <a:txBody>
                    <a:bodyPr/>
                    <a:lstStyle/>
                    <a:p>
                      <a:pPr>
                        <a:buNone/>
                      </a:pPr>
                      <a:r>
                        <a:rPr lang="en-IN" sz="700" dirty="0"/>
                        <a:t>8</a:t>
                      </a:r>
                    </a:p>
                  </a:txBody>
                  <a:tcPr marL="36208" marR="36208" marT="18104" marB="18104" anchor="ctr"/>
                </a:tc>
                <a:tc>
                  <a:txBody>
                    <a:bodyPr/>
                    <a:lstStyle/>
                    <a:p>
                      <a:pPr>
                        <a:buNone/>
                      </a:pPr>
                      <a:r>
                        <a:rPr lang="en-IN" sz="700" dirty="0"/>
                        <a:t>08-AUG-26</a:t>
                      </a:r>
                    </a:p>
                  </a:txBody>
                  <a:tcPr marL="36208" marR="36208" marT="18104" marB="18104" anchor="ctr"/>
                </a:tc>
                <a:tc>
                  <a:txBody>
                    <a:bodyPr/>
                    <a:lstStyle/>
                    <a:p>
                      <a:pPr>
                        <a:buNone/>
                      </a:pPr>
                      <a:r>
                        <a:rPr lang="en-IN" sz="700" dirty="0"/>
                        <a:t>Sita</a:t>
                      </a:r>
                    </a:p>
                  </a:txBody>
                  <a:tcPr marL="36208" marR="36208" marT="18104" marB="18104" anchor="ctr"/>
                </a:tc>
                <a:tc>
                  <a:txBody>
                    <a:bodyPr/>
                    <a:lstStyle/>
                    <a:p>
                      <a:pPr>
                        <a:buNone/>
                      </a:pPr>
                      <a:r>
                        <a:rPr lang="en-IN" sz="700" dirty="0"/>
                        <a:t>sita@gmail.com</a:t>
                      </a:r>
                    </a:p>
                  </a:txBody>
                  <a:tcPr marL="36208" marR="36208" marT="18104" marB="18104" anchor="ctr"/>
                </a:tc>
                <a:tc>
                  <a:txBody>
                    <a:bodyPr/>
                    <a:lstStyle/>
                    <a:p>
                      <a:pPr>
                        <a:buNone/>
                      </a:pPr>
                      <a:r>
                        <a:rPr lang="en-IN" sz="700" dirty="0"/>
                        <a:t>10</a:t>
                      </a:r>
                    </a:p>
                  </a:txBody>
                  <a:tcPr marL="36208" marR="36208" marT="18104" marB="18104" anchor="ctr"/>
                </a:tc>
                <a:tc>
                  <a:txBody>
                    <a:bodyPr/>
                    <a:lstStyle/>
                    <a:p>
                      <a:pPr>
                        <a:buNone/>
                      </a:pPr>
                      <a:r>
                        <a:rPr lang="en-IN" sz="700" dirty="0"/>
                        <a:t>Python Book</a:t>
                      </a:r>
                    </a:p>
                  </a:txBody>
                  <a:tcPr marL="36208" marR="36208" marT="18104" marB="18104" anchor="ctr"/>
                </a:tc>
                <a:tc>
                  <a:txBody>
                    <a:bodyPr/>
                    <a:lstStyle/>
                    <a:p>
                      <a:pPr>
                        <a:buNone/>
                      </a:pPr>
                      <a:r>
                        <a:rPr lang="en-IN" sz="700" dirty="0"/>
                        <a:t>800</a:t>
                      </a:r>
                    </a:p>
                  </a:txBody>
                  <a:tcPr marL="36208" marR="36208" marT="18104" marB="18104" anchor="ctr"/>
                </a:tc>
                <a:tc>
                  <a:txBody>
                    <a:bodyPr/>
                    <a:lstStyle/>
                    <a:p>
                      <a:pPr>
                        <a:buNone/>
                      </a:pPr>
                      <a:r>
                        <a:rPr lang="en-IN" sz="700" dirty="0"/>
                        <a:t>2</a:t>
                      </a:r>
                    </a:p>
                  </a:txBody>
                  <a:tcPr marL="36208" marR="36208" marT="18104" marB="18104" anchor="ctr"/>
                </a:tc>
                <a:tc>
                  <a:txBody>
                    <a:bodyPr/>
                    <a:lstStyle/>
                    <a:p>
                      <a:pPr>
                        <a:buNone/>
                      </a:pPr>
                      <a:r>
                        <a:rPr lang="en-IN" sz="700" dirty="0"/>
                        <a:t>1600</a:t>
                      </a:r>
                    </a:p>
                  </a:txBody>
                  <a:tcPr marL="36208" marR="36208" marT="18104" marB="18104" anchor="ctr"/>
                </a:tc>
                <a:tc>
                  <a:txBody>
                    <a:bodyPr/>
                    <a:lstStyle/>
                    <a:p>
                      <a:pPr>
                        <a:buNone/>
                      </a:pPr>
                      <a:r>
                        <a:rPr lang="en-IN" sz="700" dirty="0"/>
                        <a:t>UPI</a:t>
                      </a:r>
                    </a:p>
                  </a:txBody>
                  <a:tcPr marL="36208" marR="36208" marT="18104" marB="18104" anchor="ctr"/>
                </a:tc>
                <a:extLst>
                  <a:ext uri="{0D108BD9-81ED-4DB2-BD59-A6C34878D82A}">
                    <a16:rowId xmlns:a16="http://schemas.microsoft.com/office/drawing/2014/main" val="2082850999"/>
                  </a:ext>
                </a:extLst>
              </a:tr>
            </a:tbl>
          </a:graphicData>
        </a:graphic>
      </p:graphicFrame>
      <p:sp>
        <p:nvSpPr>
          <p:cNvPr id="9" name="TextBox 8">
            <a:extLst>
              <a:ext uri="{FF2B5EF4-FFF2-40B4-BE49-F238E27FC236}">
                <a16:creationId xmlns:a16="http://schemas.microsoft.com/office/drawing/2014/main" id="{B0178AAA-A12F-403E-B323-CE9CA53EED1F}"/>
              </a:ext>
            </a:extLst>
          </p:cNvPr>
          <p:cNvSpPr txBox="1"/>
          <p:nvPr/>
        </p:nvSpPr>
        <p:spPr>
          <a:xfrm>
            <a:off x="3490451" y="835742"/>
            <a:ext cx="4689874" cy="461665"/>
          </a:xfrm>
          <a:prstGeom prst="rect">
            <a:avLst/>
          </a:prstGeom>
          <a:noFill/>
        </p:spPr>
        <p:txBody>
          <a:bodyPr wrap="none" rtlCol="0">
            <a:spAutoFit/>
          </a:bodyPr>
          <a:lstStyle/>
          <a:p>
            <a:r>
              <a:rPr lang="en-IN" sz="2400" b="1" dirty="0">
                <a:solidFill>
                  <a:schemeClr val="accent1">
                    <a:lumMod val="50000"/>
                  </a:schemeClr>
                </a:solidFill>
              </a:rPr>
              <a:t>FIRST NORMALISATION FORM(1NF)</a:t>
            </a:r>
          </a:p>
        </p:txBody>
      </p:sp>
      <p:pic>
        <p:nvPicPr>
          <p:cNvPr id="11" name="Picture 8">
            <a:extLst>
              <a:ext uri="{FF2B5EF4-FFF2-40B4-BE49-F238E27FC236}">
                <a16:creationId xmlns:a16="http://schemas.microsoft.com/office/drawing/2014/main" id="{6FA64093-E8AD-6887-9755-EE7D069F86AF}"/>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
        <p:nvSpPr>
          <p:cNvPr id="12" name="TextBox 11">
            <a:extLst>
              <a:ext uri="{FF2B5EF4-FFF2-40B4-BE49-F238E27FC236}">
                <a16:creationId xmlns:a16="http://schemas.microsoft.com/office/drawing/2014/main" id="{27810341-FD77-4EED-9D04-9BB90A3B667E}"/>
              </a:ext>
            </a:extLst>
          </p:cNvPr>
          <p:cNvSpPr txBox="1"/>
          <p:nvPr/>
        </p:nvSpPr>
        <p:spPr>
          <a:xfrm>
            <a:off x="669646" y="1856388"/>
            <a:ext cx="10331483" cy="1200329"/>
          </a:xfrm>
          <a:prstGeom prst="rect">
            <a:avLst/>
          </a:prstGeom>
          <a:noFill/>
        </p:spPr>
        <p:txBody>
          <a:bodyPr wrap="none" rtlCol="0">
            <a:spAutoFit/>
          </a:bodyPr>
          <a:lstStyle/>
          <a:p>
            <a:pPr marL="342900" lvl="0" indent="-342900">
              <a:buFont typeface="+mj-lt"/>
              <a:buAutoNum type="arabicPeriod"/>
            </a:pPr>
            <a:r>
              <a:rPr lang="en-IN" dirty="0"/>
              <a:t>ORDER_NO → U_ID, ORDER_DATE, CUSTOMER_NAME, CUSTOMER_EMAIL, ORDER_AMOUNT, PAYMENT </a:t>
            </a:r>
          </a:p>
          <a:p>
            <a:pPr marL="342900" lvl="0" indent="-342900">
              <a:buFont typeface="+mj-lt"/>
              <a:buAutoNum type="arabicPeriod"/>
            </a:pPr>
            <a:r>
              <a:rPr lang="en-IN" dirty="0"/>
              <a:t>PRODUCT_ID → PRODUCT_NAME, PRODUCT_PRICE </a:t>
            </a:r>
          </a:p>
          <a:p>
            <a:pPr marL="342900" lvl="0" indent="-342900">
              <a:buFont typeface="+mj-lt"/>
              <a:buAutoNum type="arabicPeriod"/>
            </a:pPr>
            <a:r>
              <a:rPr lang="en-IN" dirty="0"/>
              <a:t>(ORDER_NO, PRODUCT_ID) → QUANTITY</a:t>
            </a:r>
          </a:p>
          <a:p>
            <a:endParaRPr lang="en-IN" dirty="0"/>
          </a:p>
        </p:txBody>
      </p:sp>
      <p:sp>
        <p:nvSpPr>
          <p:cNvPr id="13" name="TextBox 12">
            <a:extLst>
              <a:ext uri="{FF2B5EF4-FFF2-40B4-BE49-F238E27FC236}">
                <a16:creationId xmlns:a16="http://schemas.microsoft.com/office/drawing/2014/main" id="{CB5ACF5D-FA15-B6A1-B21F-9B53CC954287}"/>
              </a:ext>
            </a:extLst>
          </p:cNvPr>
          <p:cNvSpPr txBox="1"/>
          <p:nvPr/>
        </p:nvSpPr>
        <p:spPr>
          <a:xfrm>
            <a:off x="669646" y="1487056"/>
            <a:ext cx="3011274" cy="369332"/>
          </a:xfrm>
          <a:prstGeom prst="rect">
            <a:avLst/>
          </a:prstGeom>
          <a:noFill/>
        </p:spPr>
        <p:txBody>
          <a:bodyPr wrap="none" rtlCol="0">
            <a:spAutoFit/>
          </a:bodyPr>
          <a:lstStyle/>
          <a:p>
            <a:r>
              <a:rPr lang="en-IN" b="1" dirty="0"/>
              <a:t>FUNCTIONAL DEPENDENCIES:</a:t>
            </a:r>
          </a:p>
        </p:txBody>
      </p:sp>
    </p:spTree>
    <p:extLst>
      <p:ext uri="{BB962C8B-B14F-4D97-AF65-F5344CB8AC3E}">
        <p14:creationId xmlns:p14="http://schemas.microsoft.com/office/powerpoint/2010/main" val="3046136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316435-F593-85E9-2B6D-8420A6137D79}"/>
              </a:ext>
            </a:extLst>
          </p:cNvPr>
          <p:cNvSpPr txBox="1"/>
          <p:nvPr/>
        </p:nvSpPr>
        <p:spPr>
          <a:xfrm>
            <a:off x="2379133" y="499618"/>
            <a:ext cx="6096000" cy="507831"/>
          </a:xfrm>
          <a:prstGeom prst="rect">
            <a:avLst/>
          </a:prstGeom>
          <a:noFill/>
        </p:spPr>
        <p:txBody>
          <a:bodyPr wrap="square">
            <a:spAutoFit/>
          </a:bodyPr>
          <a:lstStyle/>
          <a:p>
            <a:pPr algn="ctr"/>
            <a:r>
              <a:rPr lang="en-US" sz="2700" b="1" dirty="0">
                <a:solidFill>
                  <a:srgbClr val="1E3A8A"/>
                </a:solidFill>
                <a:latin typeface="Poppins"/>
              </a:rPr>
              <a:t>CONVERSION FROM 1NF TO2NF</a:t>
            </a:r>
            <a:endParaRPr lang="en-IN" dirty="0"/>
          </a:p>
        </p:txBody>
      </p:sp>
      <p:pic>
        <p:nvPicPr>
          <p:cNvPr id="5" name="Picture 8">
            <a:extLst>
              <a:ext uri="{FF2B5EF4-FFF2-40B4-BE49-F238E27FC236}">
                <a16:creationId xmlns:a16="http://schemas.microsoft.com/office/drawing/2014/main" id="{35BBD772-80EF-21A9-BAE9-41252D5D2767}"/>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
        <p:nvSpPr>
          <p:cNvPr id="8" name="TextBox 7">
            <a:extLst>
              <a:ext uri="{FF2B5EF4-FFF2-40B4-BE49-F238E27FC236}">
                <a16:creationId xmlns:a16="http://schemas.microsoft.com/office/drawing/2014/main" id="{DC8E3B7C-11D5-D0AB-496B-60B865F8B629}"/>
              </a:ext>
            </a:extLst>
          </p:cNvPr>
          <p:cNvSpPr txBox="1"/>
          <p:nvPr/>
        </p:nvSpPr>
        <p:spPr>
          <a:xfrm>
            <a:off x="1066799" y="1201753"/>
            <a:ext cx="9254067" cy="1754326"/>
          </a:xfrm>
          <a:prstGeom prst="rect">
            <a:avLst/>
          </a:prstGeom>
          <a:noFill/>
        </p:spPr>
        <p:txBody>
          <a:bodyPr wrap="square" rtlCol="0">
            <a:spAutoFit/>
          </a:bodyPr>
          <a:lstStyle/>
          <a:p>
            <a:r>
              <a:rPr lang="en-US" dirty="0"/>
              <a:t>2NF is a table that is in 1NF and has no partial dependency.</a:t>
            </a:r>
          </a:p>
          <a:p>
            <a:endParaRPr lang="en-US" dirty="0"/>
          </a:p>
          <a:p>
            <a:r>
              <a:rPr lang="en-US" dirty="0"/>
              <a:t>In our 1NF table, we used ORDER_NO + PRODUCT_ID as a composite primary key. Some attributes depended only on ORDER_NO, while product details depended only on PRODUCT_ID. To remove these partial dependencies, we divided the table into two tables: Orders and Order_Items.</a:t>
            </a:r>
            <a:endParaRPr lang="en-IN" dirty="0"/>
          </a:p>
        </p:txBody>
      </p:sp>
      <p:sp>
        <p:nvSpPr>
          <p:cNvPr id="4" name="TextBox 3">
            <a:extLst>
              <a:ext uri="{FF2B5EF4-FFF2-40B4-BE49-F238E27FC236}">
                <a16:creationId xmlns:a16="http://schemas.microsoft.com/office/drawing/2014/main" id="{D4774609-3ED2-A22F-4A74-09E416E40300}"/>
              </a:ext>
            </a:extLst>
          </p:cNvPr>
          <p:cNvSpPr txBox="1"/>
          <p:nvPr/>
        </p:nvSpPr>
        <p:spPr>
          <a:xfrm>
            <a:off x="963561" y="3429000"/>
            <a:ext cx="6096000" cy="2585323"/>
          </a:xfrm>
          <a:prstGeom prst="rect">
            <a:avLst/>
          </a:prstGeom>
          <a:noFill/>
        </p:spPr>
        <p:txBody>
          <a:bodyPr wrap="square">
            <a:spAutoFit/>
          </a:bodyPr>
          <a:lstStyle/>
          <a:p>
            <a:r>
              <a:rPr lang="en-IN" dirty="0"/>
              <a:t>CREATE TABLE orders_2nf (</a:t>
            </a:r>
          </a:p>
          <a:p>
            <a:r>
              <a:rPr lang="en-IN" dirty="0"/>
              <a:t>    order_no NUMBER PRIMARY KEY,</a:t>
            </a:r>
          </a:p>
          <a:p>
            <a:r>
              <a:rPr lang="en-IN" dirty="0"/>
              <a:t>    u_id NUMBER,</a:t>
            </a:r>
          </a:p>
          <a:p>
            <a:r>
              <a:rPr lang="en-IN" dirty="0"/>
              <a:t>    order_date DATE,</a:t>
            </a:r>
          </a:p>
          <a:p>
            <a:r>
              <a:rPr lang="en-IN" dirty="0"/>
              <a:t>    customer_name VARCHAR2(20),</a:t>
            </a:r>
          </a:p>
          <a:p>
            <a:r>
              <a:rPr lang="en-IN" dirty="0"/>
              <a:t>    customer_email VARCHAR2(30),</a:t>
            </a:r>
          </a:p>
          <a:p>
            <a:r>
              <a:rPr lang="en-IN" dirty="0"/>
              <a:t>    order_amount NUMBER(10,2),</a:t>
            </a:r>
          </a:p>
          <a:p>
            <a:r>
              <a:rPr lang="en-IN" dirty="0"/>
              <a:t>    payment VARCHAR2(20)</a:t>
            </a:r>
          </a:p>
          <a:p>
            <a:r>
              <a:rPr lang="en-IN" dirty="0"/>
              <a:t>);</a:t>
            </a:r>
          </a:p>
        </p:txBody>
      </p:sp>
    </p:spTree>
    <p:extLst>
      <p:ext uri="{BB962C8B-B14F-4D97-AF65-F5344CB8AC3E}">
        <p14:creationId xmlns:p14="http://schemas.microsoft.com/office/powerpoint/2010/main" val="3012919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4DBC2E06-CEAB-64DC-8685-09AA0C569AA2}"/>
              </a:ext>
            </a:extLst>
          </p:cNvPr>
          <p:cNvGraphicFramePr>
            <a:graphicFrameLocks noGrp="1"/>
          </p:cNvGraphicFramePr>
          <p:nvPr>
            <p:extLst>
              <p:ext uri="{D42A27DB-BD31-4B8C-83A1-F6EECF244321}">
                <p14:modId xmlns:p14="http://schemas.microsoft.com/office/powerpoint/2010/main" val="45088524"/>
              </p:ext>
            </p:extLst>
          </p:nvPr>
        </p:nvGraphicFramePr>
        <p:xfrm>
          <a:off x="732501" y="3429000"/>
          <a:ext cx="9418374" cy="3311011"/>
        </p:xfrm>
        <a:graphic>
          <a:graphicData uri="http://schemas.openxmlformats.org/drawingml/2006/table">
            <a:tbl>
              <a:tblPr>
                <a:tableStyleId>{5C22544A-7EE6-4342-B048-85BDC9FD1C3A}</a:tableStyleId>
              </a:tblPr>
              <a:tblGrid>
                <a:gridCol w="1345482">
                  <a:extLst>
                    <a:ext uri="{9D8B030D-6E8A-4147-A177-3AD203B41FA5}">
                      <a16:colId xmlns:a16="http://schemas.microsoft.com/office/drawing/2014/main" val="3147213635"/>
                    </a:ext>
                  </a:extLst>
                </a:gridCol>
                <a:gridCol w="1345482">
                  <a:extLst>
                    <a:ext uri="{9D8B030D-6E8A-4147-A177-3AD203B41FA5}">
                      <a16:colId xmlns:a16="http://schemas.microsoft.com/office/drawing/2014/main" val="1115096060"/>
                    </a:ext>
                  </a:extLst>
                </a:gridCol>
                <a:gridCol w="1345482">
                  <a:extLst>
                    <a:ext uri="{9D8B030D-6E8A-4147-A177-3AD203B41FA5}">
                      <a16:colId xmlns:a16="http://schemas.microsoft.com/office/drawing/2014/main" val="1967262187"/>
                    </a:ext>
                  </a:extLst>
                </a:gridCol>
                <a:gridCol w="1345482">
                  <a:extLst>
                    <a:ext uri="{9D8B030D-6E8A-4147-A177-3AD203B41FA5}">
                      <a16:colId xmlns:a16="http://schemas.microsoft.com/office/drawing/2014/main" val="596771937"/>
                    </a:ext>
                  </a:extLst>
                </a:gridCol>
                <a:gridCol w="1345482">
                  <a:extLst>
                    <a:ext uri="{9D8B030D-6E8A-4147-A177-3AD203B41FA5}">
                      <a16:colId xmlns:a16="http://schemas.microsoft.com/office/drawing/2014/main" val="2866070717"/>
                    </a:ext>
                  </a:extLst>
                </a:gridCol>
                <a:gridCol w="1345482">
                  <a:extLst>
                    <a:ext uri="{9D8B030D-6E8A-4147-A177-3AD203B41FA5}">
                      <a16:colId xmlns:a16="http://schemas.microsoft.com/office/drawing/2014/main" val="3090294131"/>
                    </a:ext>
                  </a:extLst>
                </a:gridCol>
                <a:gridCol w="1345482">
                  <a:extLst>
                    <a:ext uri="{9D8B030D-6E8A-4147-A177-3AD203B41FA5}">
                      <a16:colId xmlns:a16="http://schemas.microsoft.com/office/drawing/2014/main" val="4162113776"/>
                    </a:ext>
                  </a:extLst>
                </a:gridCol>
              </a:tblGrid>
              <a:tr h="301001">
                <a:tc>
                  <a:txBody>
                    <a:bodyPr/>
                    <a:lstStyle/>
                    <a:p>
                      <a:pPr>
                        <a:buNone/>
                      </a:pPr>
                      <a:r>
                        <a:rPr lang="en-IN" sz="1200" dirty="0"/>
                        <a:t>ORDER_NO</a:t>
                      </a:r>
                    </a:p>
                  </a:txBody>
                  <a:tcPr marL="58779" marR="58779" marT="29389" marB="29389" anchor="ctr"/>
                </a:tc>
                <a:tc>
                  <a:txBody>
                    <a:bodyPr/>
                    <a:lstStyle/>
                    <a:p>
                      <a:pPr>
                        <a:buNone/>
                      </a:pPr>
                      <a:r>
                        <a:rPr lang="en-IN" sz="1200" dirty="0"/>
                        <a:t>U_ID</a:t>
                      </a:r>
                    </a:p>
                  </a:txBody>
                  <a:tcPr marL="58779" marR="58779" marT="29389" marB="29389" anchor="ctr"/>
                </a:tc>
                <a:tc>
                  <a:txBody>
                    <a:bodyPr/>
                    <a:lstStyle/>
                    <a:p>
                      <a:pPr>
                        <a:buNone/>
                      </a:pPr>
                      <a:r>
                        <a:rPr lang="en-IN" sz="1200" dirty="0"/>
                        <a:t>ORDER_DATE</a:t>
                      </a:r>
                    </a:p>
                  </a:txBody>
                  <a:tcPr marL="58779" marR="58779" marT="29389" marB="29389" anchor="ctr"/>
                </a:tc>
                <a:tc>
                  <a:txBody>
                    <a:bodyPr/>
                    <a:lstStyle/>
                    <a:p>
                      <a:pPr>
                        <a:buNone/>
                      </a:pPr>
                      <a:r>
                        <a:rPr lang="en-IN" sz="1200" dirty="0"/>
                        <a:t>CUSTOMER_NAME</a:t>
                      </a:r>
                    </a:p>
                  </a:txBody>
                  <a:tcPr marL="58779" marR="58779" marT="29389" marB="29389" anchor="ctr"/>
                </a:tc>
                <a:tc>
                  <a:txBody>
                    <a:bodyPr/>
                    <a:lstStyle/>
                    <a:p>
                      <a:pPr>
                        <a:buNone/>
                      </a:pPr>
                      <a:r>
                        <a:rPr lang="en-IN" sz="1200" dirty="0"/>
                        <a:t>CUSTOMER_EMAIL</a:t>
                      </a:r>
                    </a:p>
                  </a:txBody>
                  <a:tcPr marL="58779" marR="58779" marT="29389" marB="29389" anchor="ctr"/>
                </a:tc>
                <a:tc>
                  <a:txBody>
                    <a:bodyPr/>
                    <a:lstStyle/>
                    <a:p>
                      <a:pPr>
                        <a:buNone/>
                      </a:pPr>
                      <a:r>
                        <a:rPr lang="en-IN" sz="1200" dirty="0"/>
                        <a:t>ORDER_AMOUNT</a:t>
                      </a:r>
                    </a:p>
                  </a:txBody>
                  <a:tcPr marL="58779" marR="58779" marT="29389" marB="29389" anchor="ctr"/>
                </a:tc>
                <a:tc>
                  <a:txBody>
                    <a:bodyPr/>
                    <a:lstStyle/>
                    <a:p>
                      <a:pPr>
                        <a:buNone/>
                      </a:pPr>
                      <a:r>
                        <a:rPr lang="en-IN" sz="1200" dirty="0"/>
                        <a:t>PAYMENT</a:t>
                      </a:r>
                    </a:p>
                  </a:txBody>
                  <a:tcPr marL="58779" marR="58779" marT="29389" marB="29389" anchor="ctr"/>
                </a:tc>
                <a:extLst>
                  <a:ext uri="{0D108BD9-81ED-4DB2-BD59-A6C34878D82A}">
                    <a16:rowId xmlns:a16="http://schemas.microsoft.com/office/drawing/2014/main" val="20563802"/>
                  </a:ext>
                </a:extLst>
              </a:tr>
              <a:tr h="301001">
                <a:tc>
                  <a:txBody>
                    <a:bodyPr/>
                    <a:lstStyle/>
                    <a:p>
                      <a:pPr>
                        <a:buNone/>
                      </a:pPr>
                      <a:r>
                        <a:rPr lang="en-IN" sz="1200" dirty="0"/>
                        <a:t>101</a:t>
                      </a:r>
                    </a:p>
                  </a:txBody>
                  <a:tcPr marL="58779" marR="58779" marT="29389" marB="29389" anchor="ctr"/>
                </a:tc>
                <a:tc>
                  <a:txBody>
                    <a:bodyPr/>
                    <a:lstStyle/>
                    <a:p>
                      <a:pPr>
                        <a:buNone/>
                      </a:pPr>
                      <a:r>
                        <a:rPr lang="en-IN" sz="1200" dirty="0"/>
                        <a:t>1</a:t>
                      </a:r>
                    </a:p>
                  </a:txBody>
                  <a:tcPr marL="58779" marR="58779" marT="29389" marB="29389" anchor="ctr"/>
                </a:tc>
                <a:tc>
                  <a:txBody>
                    <a:bodyPr/>
                    <a:lstStyle/>
                    <a:p>
                      <a:pPr>
                        <a:buNone/>
                      </a:pPr>
                      <a:r>
                        <a:rPr lang="en-IN" sz="1200" dirty="0"/>
                        <a:t>01-AUG-26</a:t>
                      </a:r>
                    </a:p>
                  </a:txBody>
                  <a:tcPr marL="58779" marR="58779" marT="29389" marB="29389" anchor="ctr"/>
                </a:tc>
                <a:tc>
                  <a:txBody>
                    <a:bodyPr/>
                    <a:lstStyle/>
                    <a:p>
                      <a:pPr>
                        <a:buNone/>
                      </a:pPr>
                      <a:r>
                        <a:rPr lang="en-IN" sz="1200" dirty="0"/>
                        <a:t>Ravi</a:t>
                      </a:r>
                    </a:p>
                  </a:txBody>
                  <a:tcPr marL="58779" marR="58779" marT="29389" marB="29389" anchor="ctr"/>
                </a:tc>
                <a:tc>
                  <a:txBody>
                    <a:bodyPr/>
                    <a:lstStyle/>
                    <a:p>
                      <a:pPr>
                        <a:buNone/>
                      </a:pPr>
                      <a:r>
                        <a:rPr lang="en-IN" sz="1200" dirty="0"/>
                        <a:t>ravi@gmail.com</a:t>
                      </a:r>
                    </a:p>
                  </a:txBody>
                  <a:tcPr marL="58779" marR="58779" marT="29389" marB="29389" anchor="ctr"/>
                </a:tc>
                <a:tc>
                  <a:txBody>
                    <a:bodyPr/>
                    <a:lstStyle/>
                    <a:p>
                      <a:pPr>
                        <a:buNone/>
                      </a:pPr>
                      <a:r>
                        <a:rPr lang="en-IN" sz="1200" dirty="0"/>
                        <a:t>125000</a:t>
                      </a:r>
                    </a:p>
                  </a:txBody>
                  <a:tcPr marL="58779" marR="58779" marT="29389" marB="29389" anchor="ctr"/>
                </a:tc>
                <a:tc>
                  <a:txBody>
                    <a:bodyPr/>
                    <a:lstStyle/>
                    <a:p>
                      <a:pPr>
                        <a:buNone/>
                      </a:pPr>
                      <a:r>
                        <a:rPr lang="en-IN" sz="1200" dirty="0"/>
                        <a:t>UPI</a:t>
                      </a:r>
                    </a:p>
                  </a:txBody>
                  <a:tcPr marL="58779" marR="58779" marT="29389" marB="29389" anchor="ctr"/>
                </a:tc>
                <a:extLst>
                  <a:ext uri="{0D108BD9-81ED-4DB2-BD59-A6C34878D82A}">
                    <a16:rowId xmlns:a16="http://schemas.microsoft.com/office/drawing/2014/main" val="2277596910"/>
                  </a:ext>
                </a:extLst>
              </a:tr>
              <a:tr h="301001">
                <a:tc>
                  <a:txBody>
                    <a:bodyPr/>
                    <a:lstStyle/>
                    <a:p>
                      <a:pPr>
                        <a:buNone/>
                      </a:pPr>
                      <a:r>
                        <a:rPr lang="en-IN" sz="1200" dirty="0"/>
                        <a:t>102</a:t>
                      </a:r>
                    </a:p>
                  </a:txBody>
                  <a:tcPr marL="58779" marR="58779" marT="29389" marB="29389" anchor="ctr"/>
                </a:tc>
                <a:tc>
                  <a:txBody>
                    <a:bodyPr/>
                    <a:lstStyle/>
                    <a:p>
                      <a:pPr>
                        <a:buNone/>
                      </a:pPr>
                      <a:r>
                        <a:rPr lang="en-IN" sz="1200" dirty="0"/>
                        <a:t>2</a:t>
                      </a:r>
                    </a:p>
                  </a:txBody>
                  <a:tcPr marL="58779" marR="58779" marT="29389" marB="29389" anchor="ctr"/>
                </a:tc>
                <a:tc>
                  <a:txBody>
                    <a:bodyPr/>
                    <a:lstStyle/>
                    <a:p>
                      <a:pPr>
                        <a:buNone/>
                      </a:pPr>
                      <a:r>
                        <a:rPr lang="en-IN" sz="1200" dirty="0"/>
                        <a:t>02-AUG-26</a:t>
                      </a:r>
                    </a:p>
                  </a:txBody>
                  <a:tcPr marL="58779" marR="58779" marT="29389" marB="29389" anchor="ctr"/>
                </a:tc>
                <a:tc>
                  <a:txBody>
                    <a:bodyPr/>
                    <a:lstStyle/>
                    <a:p>
                      <a:pPr>
                        <a:buNone/>
                      </a:pPr>
                      <a:r>
                        <a:rPr lang="en-IN" sz="1200" dirty="0"/>
                        <a:t>Ram</a:t>
                      </a:r>
                    </a:p>
                  </a:txBody>
                  <a:tcPr marL="58779" marR="58779" marT="29389" marB="29389" anchor="ctr"/>
                </a:tc>
                <a:tc>
                  <a:txBody>
                    <a:bodyPr/>
                    <a:lstStyle/>
                    <a:p>
                      <a:pPr>
                        <a:buNone/>
                      </a:pPr>
                      <a:r>
                        <a:rPr lang="en-IN" sz="1200" dirty="0"/>
                        <a:t>ram@gmail.com</a:t>
                      </a:r>
                    </a:p>
                  </a:txBody>
                  <a:tcPr marL="58779" marR="58779" marT="29389" marB="29389" anchor="ctr"/>
                </a:tc>
                <a:tc>
                  <a:txBody>
                    <a:bodyPr/>
                    <a:lstStyle/>
                    <a:p>
                      <a:pPr>
                        <a:buNone/>
                      </a:pPr>
                      <a:r>
                        <a:rPr lang="en-IN" sz="1200" dirty="0"/>
                        <a:t>4000</a:t>
                      </a:r>
                    </a:p>
                  </a:txBody>
                  <a:tcPr marL="58779" marR="58779" marT="29389" marB="29389" anchor="ctr"/>
                </a:tc>
                <a:tc>
                  <a:txBody>
                    <a:bodyPr/>
                    <a:lstStyle/>
                    <a:p>
                      <a:pPr>
                        <a:buNone/>
                      </a:pPr>
                      <a:r>
                        <a:rPr lang="en-IN" sz="1200" dirty="0"/>
                        <a:t>Card</a:t>
                      </a:r>
                    </a:p>
                  </a:txBody>
                  <a:tcPr marL="58779" marR="58779" marT="29389" marB="29389" anchor="ctr"/>
                </a:tc>
                <a:extLst>
                  <a:ext uri="{0D108BD9-81ED-4DB2-BD59-A6C34878D82A}">
                    <a16:rowId xmlns:a16="http://schemas.microsoft.com/office/drawing/2014/main" val="3951869955"/>
                  </a:ext>
                </a:extLst>
              </a:tr>
              <a:tr h="301001">
                <a:tc>
                  <a:txBody>
                    <a:bodyPr/>
                    <a:lstStyle/>
                    <a:p>
                      <a:pPr>
                        <a:buNone/>
                      </a:pPr>
                      <a:r>
                        <a:rPr lang="en-IN" sz="1200" dirty="0"/>
                        <a:t>103</a:t>
                      </a:r>
                    </a:p>
                  </a:txBody>
                  <a:tcPr marL="58779" marR="58779" marT="29389" marB="29389" anchor="ctr"/>
                </a:tc>
                <a:tc>
                  <a:txBody>
                    <a:bodyPr/>
                    <a:lstStyle/>
                    <a:p>
                      <a:pPr>
                        <a:buNone/>
                      </a:pPr>
                      <a:r>
                        <a:rPr lang="en-IN" sz="1200" dirty="0"/>
                        <a:t>3</a:t>
                      </a:r>
                    </a:p>
                  </a:txBody>
                  <a:tcPr marL="58779" marR="58779" marT="29389" marB="29389" anchor="ctr"/>
                </a:tc>
                <a:tc>
                  <a:txBody>
                    <a:bodyPr/>
                    <a:lstStyle/>
                    <a:p>
                      <a:pPr>
                        <a:buNone/>
                      </a:pPr>
                      <a:r>
                        <a:rPr lang="en-IN" sz="1200" dirty="0"/>
                        <a:t>03-AUG-26</a:t>
                      </a:r>
                    </a:p>
                  </a:txBody>
                  <a:tcPr marL="58779" marR="58779" marT="29389" marB="29389" anchor="ctr"/>
                </a:tc>
                <a:tc>
                  <a:txBody>
                    <a:bodyPr/>
                    <a:lstStyle/>
                    <a:p>
                      <a:pPr>
                        <a:buNone/>
                      </a:pPr>
                      <a:r>
                        <a:rPr lang="en-IN" sz="1200" dirty="0"/>
                        <a:t>Raj</a:t>
                      </a:r>
                    </a:p>
                  </a:txBody>
                  <a:tcPr marL="58779" marR="58779" marT="29389" marB="29389" anchor="ctr"/>
                </a:tc>
                <a:tc>
                  <a:txBody>
                    <a:bodyPr/>
                    <a:lstStyle/>
                    <a:p>
                      <a:pPr>
                        <a:buNone/>
                      </a:pPr>
                      <a:r>
                        <a:rPr lang="en-IN" sz="1200" dirty="0"/>
                        <a:t>raj@gmail.com</a:t>
                      </a:r>
                    </a:p>
                  </a:txBody>
                  <a:tcPr marL="58779" marR="58779" marT="29389" marB="29389" anchor="ctr"/>
                </a:tc>
                <a:tc>
                  <a:txBody>
                    <a:bodyPr/>
                    <a:lstStyle/>
                    <a:p>
                      <a:pPr>
                        <a:buNone/>
                      </a:pPr>
                      <a:r>
                        <a:rPr lang="en-IN" sz="1200" dirty="0"/>
                        <a:t>11000</a:t>
                      </a:r>
                    </a:p>
                  </a:txBody>
                  <a:tcPr marL="58779" marR="58779" marT="29389" marB="29389" anchor="ctr"/>
                </a:tc>
                <a:tc>
                  <a:txBody>
                    <a:bodyPr/>
                    <a:lstStyle/>
                    <a:p>
                      <a:pPr>
                        <a:buNone/>
                      </a:pPr>
                      <a:r>
                        <a:rPr lang="en-IN" sz="1200" dirty="0"/>
                        <a:t>UPI</a:t>
                      </a:r>
                    </a:p>
                  </a:txBody>
                  <a:tcPr marL="58779" marR="58779" marT="29389" marB="29389" anchor="ctr"/>
                </a:tc>
                <a:extLst>
                  <a:ext uri="{0D108BD9-81ED-4DB2-BD59-A6C34878D82A}">
                    <a16:rowId xmlns:a16="http://schemas.microsoft.com/office/drawing/2014/main" val="1350761776"/>
                  </a:ext>
                </a:extLst>
              </a:tr>
              <a:tr h="301001">
                <a:tc>
                  <a:txBody>
                    <a:bodyPr/>
                    <a:lstStyle/>
                    <a:p>
                      <a:pPr>
                        <a:buNone/>
                      </a:pPr>
                      <a:r>
                        <a:rPr lang="en-IN" sz="1200" dirty="0"/>
                        <a:t>104</a:t>
                      </a:r>
                    </a:p>
                  </a:txBody>
                  <a:tcPr marL="58779" marR="58779" marT="29389" marB="29389" anchor="ctr"/>
                </a:tc>
                <a:tc>
                  <a:txBody>
                    <a:bodyPr/>
                    <a:lstStyle/>
                    <a:p>
                      <a:pPr>
                        <a:buNone/>
                      </a:pPr>
                      <a:r>
                        <a:rPr lang="en-IN" sz="1200" dirty="0"/>
                        <a:t>4</a:t>
                      </a:r>
                    </a:p>
                  </a:txBody>
                  <a:tcPr marL="58779" marR="58779" marT="29389" marB="29389" anchor="ctr"/>
                </a:tc>
                <a:tc>
                  <a:txBody>
                    <a:bodyPr/>
                    <a:lstStyle/>
                    <a:p>
                      <a:pPr>
                        <a:buNone/>
                      </a:pPr>
                      <a:r>
                        <a:rPr lang="en-IN" sz="1200" dirty="0"/>
                        <a:t>04-AUG-26</a:t>
                      </a:r>
                    </a:p>
                  </a:txBody>
                  <a:tcPr marL="58779" marR="58779" marT="29389" marB="29389" anchor="ctr"/>
                </a:tc>
                <a:tc>
                  <a:txBody>
                    <a:bodyPr/>
                    <a:lstStyle/>
                    <a:p>
                      <a:pPr>
                        <a:buNone/>
                      </a:pPr>
                      <a:r>
                        <a:rPr lang="en-IN" sz="1200" dirty="0"/>
                        <a:t>Rakesh</a:t>
                      </a:r>
                    </a:p>
                  </a:txBody>
                  <a:tcPr marL="58779" marR="58779" marT="29389" marB="29389" anchor="ctr"/>
                </a:tc>
                <a:tc>
                  <a:txBody>
                    <a:bodyPr/>
                    <a:lstStyle/>
                    <a:p>
                      <a:pPr>
                        <a:buNone/>
                      </a:pPr>
                      <a:r>
                        <a:rPr lang="en-IN" sz="1200" dirty="0"/>
                        <a:t>rakesh@gmail.com</a:t>
                      </a:r>
                    </a:p>
                  </a:txBody>
                  <a:tcPr marL="58779" marR="58779" marT="29389" marB="29389" anchor="ctr"/>
                </a:tc>
                <a:tc>
                  <a:txBody>
                    <a:bodyPr/>
                    <a:lstStyle/>
                    <a:p>
                      <a:pPr>
                        <a:buNone/>
                      </a:pPr>
                      <a:r>
                        <a:rPr lang="en-IN" sz="1200" dirty="0"/>
                        <a:t>30000</a:t>
                      </a:r>
                    </a:p>
                  </a:txBody>
                  <a:tcPr marL="58779" marR="58779" marT="29389" marB="29389" anchor="ctr"/>
                </a:tc>
                <a:tc>
                  <a:txBody>
                    <a:bodyPr/>
                    <a:lstStyle/>
                    <a:p>
                      <a:pPr>
                        <a:buNone/>
                      </a:pPr>
                      <a:r>
                        <a:rPr lang="en-IN" sz="1200" dirty="0"/>
                        <a:t>Cash</a:t>
                      </a:r>
                    </a:p>
                  </a:txBody>
                  <a:tcPr marL="58779" marR="58779" marT="29389" marB="29389" anchor="ctr"/>
                </a:tc>
                <a:extLst>
                  <a:ext uri="{0D108BD9-81ED-4DB2-BD59-A6C34878D82A}">
                    <a16:rowId xmlns:a16="http://schemas.microsoft.com/office/drawing/2014/main" val="803060216"/>
                  </a:ext>
                </a:extLst>
              </a:tr>
              <a:tr h="301001">
                <a:tc>
                  <a:txBody>
                    <a:bodyPr/>
                    <a:lstStyle/>
                    <a:p>
                      <a:pPr>
                        <a:buNone/>
                      </a:pPr>
                      <a:r>
                        <a:rPr lang="en-IN" sz="1200" dirty="0"/>
                        <a:t>105</a:t>
                      </a:r>
                    </a:p>
                  </a:txBody>
                  <a:tcPr marL="58779" marR="58779" marT="29389" marB="29389" anchor="ctr"/>
                </a:tc>
                <a:tc>
                  <a:txBody>
                    <a:bodyPr/>
                    <a:lstStyle/>
                    <a:p>
                      <a:pPr>
                        <a:buNone/>
                      </a:pPr>
                      <a:r>
                        <a:rPr lang="en-IN" sz="1200" dirty="0"/>
                        <a:t>5</a:t>
                      </a:r>
                    </a:p>
                  </a:txBody>
                  <a:tcPr marL="58779" marR="58779" marT="29389" marB="29389" anchor="ctr"/>
                </a:tc>
                <a:tc>
                  <a:txBody>
                    <a:bodyPr/>
                    <a:lstStyle/>
                    <a:p>
                      <a:pPr>
                        <a:buNone/>
                      </a:pPr>
                      <a:r>
                        <a:rPr lang="en-IN" sz="1200" dirty="0"/>
                        <a:t>05-AUG-26</a:t>
                      </a:r>
                    </a:p>
                  </a:txBody>
                  <a:tcPr marL="58779" marR="58779" marT="29389" marB="29389" anchor="ctr"/>
                </a:tc>
                <a:tc>
                  <a:txBody>
                    <a:bodyPr/>
                    <a:lstStyle/>
                    <a:p>
                      <a:pPr>
                        <a:buNone/>
                      </a:pPr>
                      <a:r>
                        <a:rPr lang="en-IN" sz="1200" dirty="0"/>
                        <a:t>Jay</a:t>
                      </a:r>
                    </a:p>
                  </a:txBody>
                  <a:tcPr marL="58779" marR="58779" marT="29389" marB="29389" anchor="ctr"/>
                </a:tc>
                <a:tc>
                  <a:txBody>
                    <a:bodyPr/>
                    <a:lstStyle/>
                    <a:p>
                      <a:pPr>
                        <a:buNone/>
                      </a:pPr>
                      <a:r>
                        <a:rPr lang="en-IN" sz="1200" dirty="0"/>
                        <a:t>jay@gmail.com</a:t>
                      </a:r>
                    </a:p>
                  </a:txBody>
                  <a:tcPr marL="58779" marR="58779" marT="29389" marB="29389" anchor="ctr"/>
                </a:tc>
                <a:tc>
                  <a:txBody>
                    <a:bodyPr/>
                    <a:lstStyle/>
                    <a:p>
                      <a:pPr>
                        <a:buNone/>
                      </a:pPr>
                      <a:r>
                        <a:rPr lang="en-IN" sz="1200" dirty="0"/>
                        <a:t>6000</a:t>
                      </a:r>
                    </a:p>
                  </a:txBody>
                  <a:tcPr marL="58779" marR="58779" marT="29389" marB="29389" anchor="ctr"/>
                </a:tc>
                <a:tc>
                  <a:txBody>
                    <a:bodyPr/>
                    <a:lstStyle/>
                    <a:p>
                      <a:pPr>
                        <a:buNone/>
                      </a:pPr>
                      <a:r>
                        <a:rPr lang="en-IN" sz="1200" dirty="0"/>
                        <a:t>Card</a:t>
                      </a:r>
                    </a:p>
                  </a:txBody>
                  <a:tcPr marL="58779" marR="58779" marT="29389" marB="29389" anchor="ctr"/>
                </a:tc>
                <a:extLst>
                  <a:ext uri="{0D108BD9-81ED-4DB2-BD59-A6C34878D82A}">
                    <a16:rowId xmlns:a16="http://schemas.microsoft.com/office/drawing/2014/main" val="459382659"/>
                  </a:ext>
                </a:extLst>
              </a:tr>
              <a:tr h="301001">
                <a:tc>
                  <a:txBody>
                    <a:bodyPr/>
                    <a:lstStyle/>
                    <a:p>
                      <a:pPr>
                        <a:buNone/>
                      </a:pPr>
                      <a:r>
                        <a:rPr lang="en-IN" sz="1200" dirty="0"/>
                        <a:t>106</a:t>
                      </a:r>
                    </a:p>
                  </a:txBody>
                  <a:tcPr marL="58779" marR="58779" marT="29389" marB="29389" anchor="ctr"/>
                </a:tc>
                <a:tc>
                  <a:txBody>
                    <a:bodyPr/>
                    <a:lstStyle/>
                    <a:p>
                      <a:pPr>
                        <a:buNone/>
                      </a:pPr>
                      <a:r>
                        <a:rPr lang="en-IN" sz="1200" dirty="0"/>
                        <a:t>6</a:t>
                      </a:r>
                    </a:p>
                  </a:txBody>
                  <a:tcPr marL="58779" marR="58779" marT="29389" marB="29389" anchor="ctr"/>
                </a:tc>
                <a:tc>
                  <a:txBody>
                    <a:bodyPr/>
                    <a:lstStyle/>
                    <a:p>
                      <a:pPr>
                        <a:buNone/>
                      </a:pPr>
                      <a:r>
                        <a:rPr lang="en-IN" sz="1200" dirty="0"/>
                        <a:t>06-AUG-26</a:t>
                      </a:r>
                    </a:p>
                  </a:txBody>
                  <a:tcPr marL="58779" marR="58779" marT="29389" marB="29389" anchor="ctr"/>
                </a:tc>
                <a:tc>
                  <a:txBody>
                    <a:bodyPr/>
                    <a:lstStyle/>
                    <a:p>
                      <a:pPr>
                        <a:buNone/>
                      </a:pPr>
                      <a:r>
                        <a:rPr lang="en-IN" sz="1200" dirty="0"/>
                        <a:t>Arun</a:t>
                      </a:r>
                    </a:p>
                  </a:txBody>
                  <a:tcPr marL="58779" marR="58779" marT="29389" marB="29389" anchor="ctr"/>
                </a:tc>
                <a:tc>
                  <a:txBody>
                    <a:bodyPr/>
                    <a:lstStyle/>
                    <a:p>
                      <a:pPr>
                        <a:buNone/>
                      </a:pPr>
                      <a:r>
                        <a:rPr lang="en-IN" sz="1200" dirty="0"/>
                        <a:t>arun@gmail.com</a:t>
                      </a:r>
                    </a:p>
                  </a:txBody>
                  <a:tcPr marL="58779" marR="58779" marT="29389" marB="29389" anchor="ctr"/>
                </a:tc>
                <a:tc>
                  <a:txBody>
                    <a:bodyPr/>
                    <a:lstStyle/>
                    <a:p>
                      <a:pPr>
                        <a:buNone/>
                      </a:pPr>
                      <a:r>
                        <a:rPr lang="en-IN" sz="1200" dirty="0"/>
                        <a:t>10000</a:t>
                      </a:r>
                    </a:p>
                  </a:txBody>
                  <a:tcPr marL="58779" marR="58779" marT="29389" marB="29389" anchor="ctr"/>
                </a:tc>
                <a:tc>
                  <a:txBody>
                    <a:bodyPr/>
                    <a:lstStyle/>
                    <a:p>
                      <a:pPr>
                        <a:buNone/>
                      </a:pPr>
                      <a:r>
                        <a:rPr lang="en-IN" sz="1200" dirty="0"/>
                        <a:t>UPI</a:t>
                      </a:r>
                    </a:p>
                  </a:txBody>
                  <a:tcPr marL="58779" marR="58779" marT="29389" marB="29389" anchor="ctr"/>
                </a:tc>
                <a:extLst>
                  <a:ext uri="{0D108BD9-81ED-4DB2-BD59-A6C34878D82A}">
                    <a16:rowId xmlns:a16="http://schemas.microsoft.com/office/drawing/2014/main" val="3706938151"/>
                  </a:ext>
                </a:extLst>
              </a:tr>
              <a:tr h="301001">
                <a:tc>
                  <a:txBody>
                    <a:bodyPr/>
                    <a:lstStyle/>
                    <a:p>
                      <a:pPr>
                        <a:buNone/>
                      </a:pPr>
                      <a:r>
                        <a:rPr lang="en-IN" sz="1200" dirty="0"/>
                        <a:t>107</a:t>
                      </a:r>
                    </a:p>
                  </a:txBody>
                  <a:tcPr marL="58779" marR="58779" marT="29389" marB="29389" anchor="ctr"/>
                </a:tc>
                <a:tc>
                  <a:txBody>
                    <a:bodyPr/>
                    <a:lstStyle/>
                    <a:p>
                      <a:pPr>
                        <a:buNone/>
                      </a:pPr>
                      <a:r>
                        <a:rPr lang="en-IN" sz="1200" dirty="0"/>
                        <a:t>7</a:t>
                      </a:r>
                    </a:p>
                  </a:txBody>
                  <a:tcPr marL="58779" marR="58779" marT="29389" marB="29389" anchor="ctr"/>
                </a:tc>
                <a:tc>
                  <a:txBody>
                    <a:bodyPr/>
                    <a:lstStyle/>
                    <a:p>
                      <a:pPr>
                        <a:buNone/>
                      </a:pPr>
                      <a:r>
                        <a:rPr lang="en-IN" sz="1200" dirty="0"/>
                        <a:t>07-AUG-26</a:t>
                      </a:r>
                    </a:p>
                  </a:txBody>
                  <a:tcPr marL="58779" marR="58779" marT="29389" marB="29389" anchor="ctr"/>
                </a:tc>
                <a:tc>
                  <a:txBody>
                    <a:bodyPr/>
                    <a:lstStyle/>
                    <a:p>
                      <a:pPr>
                        <a:buNone/>
                      </a:pPr>
                      <a:r>
                        <a:rPr lang="en-IN" sz="1200" dirty="0"/>
                        <a:t>Kiran</a:t>
                      </a:r>
                    </a:p>
                  </a:txBody>
                  <a:tcPr marL="58779" marR="58779" marT="29389" marB="29389" anchor="ctr"/>
                </a:tc>
                <a:tc>
                  <a:txBody>
                    <a:bodyPr/>
                    <a:lstStyle/>
                    <a:p>
                      <a:pPr>
                        <a:buNone/>
                      </a:pPr>
                      <a:r>
                        <a:rPr lang="en-IN" sz="1200" dirty="0"/>
                        <a:t>kiran@gmail.com</a:t>
                      </a:r>
                    </a:p>
                  </a:txBody>
                  <a:tcPr marL="58779" marR="58779" marT="29389" marB="29389" anchor="ctr"/>
                </a:tc>
                <a:tc>
                  <a:txBody>
                    <a:bodyPr/>
                    <a:lstStyle/>
                    <a:p>
                      <a:pPr>
                        <a:buNone/>
                      </a:pPr>
                      <a:r>
                        <a:rPr lang="en-IN" sz="1200" dirty="0"/>
                        <a:t>8000</a:t>
                      </a:r>
                    </a:p>
                  </a:txBody>
                  <a:tcPr marL="58779" marR="58779" marT="29389" marB="29389" anchor="ctr"/>
                </a:tc>
                <a:tc>
                  <a:txBody>
                    <a:bodyPr/>
                    <a:lstStyle/>
                    <a:p>
                      <a:pPr>
                        <a:buNone/>
                      </a:pPr>
                      <a:r>
                        <a:rPr lang="en-IN" sz="1200" dirty="0"/>
                        <a:t>Card</a:t>
                      </a:r>
                    </a:p>
                  </a:txBody>
                  <a:tcPr marL="58779" marR="58779" marT="29389" marB="29389" anchor="ctr"/>
                </a:tc>
                <a:extLst>
                  <a:ext uri="{0D108BD9-81ED-4DB2-BD59-A6C34878D82A}">
                    <a16:rowId xmlns:a16="http://schemas.microsoft.com/office/drawing/2014/main" val="1521486818"/>
                  </a:ext>
                </a:extLst>
              </a:tr>
              <a:tr h="301001">
                <a:tc>
                  <a:txBody>
                    <a:bodyPr/>
                    <a:lstStyle/>
                    <a:p>
                      <a:pPr>
                        <a:buNone/>
                      </a:pPr>
                      <a:r>
                        <a:rPr lang="en-IN" sz="1200" dirty="0"/>
                        <a:t>108</a:t>
                      </a:r>
                    </a:p>
                  </a:txBody>
                  <a:tcPr marL="58779" marR="58779" marT="29389" marB="29389" anchor="ctr"/>
                </a:tc>
                <a:tc>
                  <a:txBody>
                    <a:bodyPr/>
                    <a:lstStyle/>
                    <a:p>
                      <a:pPr>
                        <a:buNone/>
                      </a:pPr>
                      <a:r>
                        <a:rPr lang="en-IN" sz="1200" dirty="0"/>
                        <a:t>8</a:t>
                      </a:r>
                    </a:p>
                  </a:txBody>
                  <a:tcPr marL="58779" marR="58779" marT="29389" marB="29389" anchor="ctr"/>
                </a:tc>
                <a:tc>
                  <a:txBody>
                    <a:bodyPr/>
                    <a:lstStyle/>
                    <a:p>
                      <a:pPr>
                        <a:buNone/>
                      </a:pPr>
                      <a:r>
                        <a:rPr lang="en-IN" sz="1200" dirty="0"/>
                        <a:t>08-AUG-26</a:t>
                      </a:r>
                    </a:p>
                  </a:txBody>
                  <a:tcPr marL="58779" marR="58779" marT="29389" marB="29389" anchor="ctr"/>
                </a:tc>
                <a:tc>
                  <a:txBody>
                    <a:bodyPr/>
                    <a:lstStyle/>
                    <a:p>
                      <a:pPr>
                        <a:buNone/>
                      </a:pPr>
                      <a:r>
                        <a:rPr lang="en-IN" sz="1200" dirty="0"/>
                        <a:t>Sita</a:t>
                      </a:r>
                    </a:p>
                  </a:txBody>
                  <a:tcPr marL="58779" marR="58779" marT="29389" marB="29389" anchor="ctr"/>
                </a:tc>
                <a:tc>
                  <a:txBody>
                    <a:bodyPr/>
                    <a:lstStyle/>
                    <a:p>
                      <a:pPr>
                        <a:buNone/>
                      </a:pPr>
                      <a:r>
                        <a:rPr lang="en-IN" sz="1200" dirty="0"/>
                        <a:t>sita@gmail.com</a:t>
                      </a:r>
                    </a:p>
                  </a:txBody>
                  <a:tcPr marL="58779" marR="58779" marT="29389" marB="29389" anchor="ctr"/>
                </a:tc>
                <a:tc>
                  <a:txBody>
                    <a:bodyPr/>
                    <a:lstStyle/>
                    <a:p>
                      <a:pPr>
                        <a:buNone/>
                      </a:pPr>
                      <a:r>
                        <a:rPr lang="en-IN" sz="1200" dirty="0"/>
                        <a:t>1600</a:t>
                      </a:r>
                    </a:p>
                  </a:txBody>
                  <a:tcPr marL="58779" marR="58779" marT="29389" marB="29389" anchor="ctr"/>
                </a:tc>
                <a:tc>
                  <a:txBody>
                    <a:bodyPr/>
                    <a:lstStyle/>
                    <a:p>
                      <a:pPr>
                        <a:buNone/>
                      </a:pPr>
                      <a:r>
                        <a:rPr lang="en-IN" sz="1200" dirty="0"/>
                        <a:t>UPI</a:t>
                      </a:r>
                    </a:p>
                  </a:txBody>
                  <a:tcPr marL="58779" marR="58779" marT="29389" marB="29389" anchor="ctr"/>
                </a:tc>
                <a:extLst>
                  <a:ext uri="{0D108BD9-81ED-4DB2-BD59-A6C34878D82A}">
                    <a16:rowId xmlns:a16="http://schemas.microsoft.com/office/drawing/2014/main" val="3898400363"/>
                  </a:ext>
                </a:extLst>
              </a:tr>
              <a:tr h="301001">
                <a:tc>
                  <a:txBody>
                    <a:bodyPr/>
                    <a:lstStyle/>
                    <a:p>
                      <a:pPr>
                        <a:buNone/>
                      </a:pPr>
                      <a:r>
                        <a:rPr lang="en-IN" sz="1200" dirty="0"/>
                        <a:t>109</a:t>
                      </a:r>
                    </a:p>
                  </a:txBody>
                  <a:tcPr marL="58779" marR="58779" marT="29389" marB="29389" anchor="ctr"/>
                </a:tc>
                <a:tc>
                  <a:txBody>
                    <a:bodyPr/>
                    <a:lstStyle/>
                    <a:p>
                      <a:pPr>
                        <a:buNone/>
                      </a:pPr>
                      <a:r>
                        <a:rPr lang="en-IN" sz="1200" dirty="0"/>
                        <a:t>9</a:t>
                      </a:r>
                    </a:p>
                  </a:txBody>
                  <a:tcPr marL="58779" marR="58779" marT="29389" marB="29389" anchor="ctr"/>
                </a:tc>
                <a:tc>
                  <a:txBody>
                    <a:bodyPr/>
                    <a:lstStyle/>
                    <a:p>
                      <a:pPr>
                        <a:buNone/>
                      </a:pPr>
                      <a:r>
                        <a:rPr lang="en-IN" sz="1200" dirty="0"/>
                        <a:t>09-AUG-26</a:t>
                      </a:r>
                    </a:p>
                  </a:txBody>
                  <a:tcPr marL="58779" marR="58779" marT="29389" marB="29389" anchor="ctr"/>
                </a:tc>
                <a:tc>
                  <a:txBody>
                    <a:bodyPr/>
                    <a:lstStyle/>
                    <a:p>
                      <a:pPr>
                        <a:buNone/>
                      </a:pPr>
                      <a:r>
                        <a:rPr lang="en-IN" sz="1200" dirty="0"/>
                        <a:t>Anil</a:t>
                      </a:r>
                    </a:p>
                  </a:txBody>
                  <a:tcPr marL="58779" marR="58779" marT="29389" marB="29389" anchor="ctr"/>
                </a:tc>
                <a:tc>
                  <a:txBody>
                    <a:bodyPr/>
                    <a:lstStyle/>
                    <a:p>
                      <a:pPr>
                        <a:buNone/>
                      </a:pPr>
                      <a:r>
                        <a:rPr lang="en-IN" sz="1200" dirty="0"/>
                        <a:t>anil@gmail.com</a:t>
                      </a:r>
                    </a:p>
                  </a:txBody>
                  <a:tcPr marL="58779" marR="58779" marT="29389" marB="29389" anchor="ctr"/>
                </a:tc>
                <a:tc>
                  <a:txBody>
                    <a:bodyPr/>
                    <a:lstStyle/>
                    <a:p>
                      <a:pPr>
                        <a:buNone/>
                      </a:pPr>
                      <a:r>
                        <a:rPr lang="en-IN" sz="1200" dirty="0"/>
                        <a:t>27000</a:t>
                      </a:r>
                    </a:p>
                  </a:txBody>
                  <a:tcPr marL="58779" marR="58779" marT="29389" marB="29389" anchor="ctr"/>
                </a:tc>
                <a:tc>
                  <a:txBody>
                    <a:bodyPr/>
                    <a:lstStyle/>
                    <a:p>
                      <a:pPr>
                        <a:buNone/>
                      </a:pPr>
                      <a:r>
                        <a:rPr lang="en-IN" sz="1200" dirty="0"/>
                        <a:t>Cash</a:t>
                      </a:r>
                    </a:p>
                  </a:txBody>
                  <a:tcPr marL="58779" marR="58779" marT="29389" marB="29389" anchor="ctr"/>
                </a:tc>
                <a:extLst>
                  <a:ext uri="{0D108BD9-81ED-4DB2-BD59-A6C34878D82A}">
                    <a16:rowId xmlns:a16="http://schemas.microsoft.com/office/drawing/2014/main" val="3664260628"/>
                  </a:ext>
                </a:extLst>
              </a:tr>
              <a:tr h="301001">
                <a:tc>
                  <a:txBody>
                    <a:bodyPr/>
                    <a:lstStyle/>
                    <a:p>
                      <a:pPr>
                        <a:buNone/>
                      </a:pPr>
                      <a:r>
                        <a:rPr lang="en-IN" sz="1200" dirty="0"/>
                        <a:t>110</a:t>
                      </a:r>
                    </a:p>
                  </a:txBody>
                  <a:tcPr marL="58779" marR="58779" marT="29389" marB="29389" anchor="ctr"/>
                </a:tc>
                <a:tc>
                  <a:txBody>
                    <a:bodyPr/>
                    <a:lstStyle/>
                    <a:p>
                      <a:pPr>
                        <a:buNone/>
                      </a:pPr>
                      <a:r>
                        <a:rPr lang="en-IN" sz="1200" dirty="0"/>
                        <a:t>10</a:t>
                      </a:r>
                    </a:p>
                  </a:txBody>
                  <a:tcPr marL="58779" marR="58779" marT="29389" marB="29389" anchor="ctr"/>
                </a:tc>
                <a:tc>
                  <a:txBody>
                    <a:bodyPr/>
                    <a:lstStyle/>
                    <a:p>
                      <a:pPr>
                        <a:buNone/>
                      </a:pPr>
                      <a:r>
                        <a:rPr lang="en-IN" sz="1200" dirty="0"/>
                        <a:t>10-AUG-26</a:t>
                      </a:r>
                    </a:p>
                  </a:txBody>
                  <a:tcPr marL="58779" marR="58779" marT="29389" marB="29389" anchor="ctr"/>
                </a:tc>
                <a:tc>
                  <a:txBody>
                    <a:bodyPr/>
                    <a:lstStyle/>
                    <a:p>
                      <a:pPr>
                        <a:buNone/>
                      </a:pPr>
                      <a:r>
                        <a:rPr lang="en-IN" sz="1200" dirty="0"/>
                        <a:t>Kumar</a:t>
                      </a:r>
                    </a:p>
                  </a:txBody>
                  <a:tcPr marL="58779" marR="58779" marT="29389" marB="29389" anchor="ctr"/>
                </a:tc>
                <a:tc>
                  <a:txBody>
                    <a:bodyPr/>
                    <a:lstStyle/>
                    <a:p>
                      <a:pPr>
                        <a:buNone/>
                      </a:pPr>
                      <a:r>
                        <a:rPr lang="en-IN" sz="1200" dirty="0"/>
                        <a:t>kumar@gmail.com</a:t>
                      </a:r>
                    </a:p>
                  </a:txBody>
                  <a:tcPr marL="58779" marR="58779" marT="29389" marB="29389" anchor="ctr"/>
                </a:tc>
                <a:tc>
                  <a:txBody>
                    <a:bodyPr/>
                    <a:lstStyle/>
                    <a:p>
                      <a:pPr>
                        <a:buNone/>
                      </a:pPr>
                      <a:r>
                        <a:rPr lang="en-IN" sz="1200" dirty="0"/>
                        <a:t>14000</a:t>
                      </a:r>
                    </a:p>
                  </a:txBody>
                  <a:tcPr marL="58779" marR="58779" marT="29389" marB="29389" anchor="ctr"/>
                </a:tc>
                <a:tc>
                  <a:txBody>
                    <a:bodyPr/>
                    <a:lstStyle/>
                    <a:p>
                      <a:pPr>
                        <a:buNone/>
                      </a:pPr>
                      <a:r>
                        <a:rPr lang="en-IN" sz="1200" dirty="0"/>
                        <a:t>UPI</a:t>
                      </a:r>
                    </a:p>
                  </a:txBody>
                  <a:tcPr marL="58779" marR="58779" marT="29389" marB="29389" anchor="ctr"/>
                </a:tc>
                <a:extLst>
                  <a:ext uri="{0D108BD9-81ED-4DB2-BD59-A6C34878D82A}">
                    <a16:rowId xmlns:a16="http://schemas.microsoft.com/office/drawing/2014/main" val="2145849678"/>
                  </a:ext>
                </a:extLst>
              </a:tr>
            </a:tbl>
          </a:graphicData>
        </a:graphic>
      </p:graphicFrame>
      <p:sp>
        <p:nvSpPr>
          <p:cNvPr id="7" name="TextBox 6">
            <a:extLst>
              <a:ext uri="{FF2B5EF4-FFF2-40B4-BE49-F238E27FC236}">
                <a16:creationId xmlns:a16="http://schemas.microsoft.com/office/drawing/2014/main" id="{6E0052CA-E157-9F50-7290-CC9E9A0E27F7}"/>
              </a:ext>
            </a:extLst>
          </p:cNvPr>
          <p:cNvSpPr txBox="1"/>
          <p:nvPr/>
        </p:nvSpPr>
        <p:spPr>
          <a:xfrm>
            <a:off x="1917290" y="530942"/>
            <a:ext cx="5009641" cy="523220"/>
          </a:xfrm>
          <a:prstGeom prst="rect">
            <a:avLst/>
          </a:prstGeom>
          <a:noFill/>
        </p:spPr>
        <p:txBody>
          <a:bodyPr wrap="none" rtlCol="0">
            <a:spAutoFit/>
          </a:bodyPr>
          <a:lstStyle/>
          <a:p>
            <a:r>
              <a:rPr lang="en-IN" sz="2800" b="1" dirty="0">
                <a:solidFill>
                  <a:schemeClr val="accent1">
                    <a:lumMod val="50000"/>
                  </a:schemeClr>
                </a:solidFill>
              </a:rPr>
              <a:t>CONVERSION FROM 1NF TO 2NF</a:t>
            </a:r>
          </a:p>
        </p:txBody>
      </p:sp>
      <p:pic>
        <p:nvPicPr>
          <p:cNvPr id="9" name="Picture 8">
            <a:extLst>
              <a:ext uri="{FF2B5EF4-FFF2-40B4-BE49-F238E27FC236}">
                <a16:creationId xmlns:a16="http://schemas.microsoft.com/office/drawing/2014/main" id="{EEEC0011-C89A-ED2C-C807-D5D4425ECA57}"/>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
        <p:nvSpPr>
          <p:cNvPr id="12" name="TextBox 11">
            <a:extLst>
              <a:ext uri="{FF2B5EF4-FFF2-40B4-BE49-F238E27FC236}">
                <a16:creationId xmlns:a16="http://schemas.microsoft.com/office/drawing/2014/main" id="{0023B213-4C22-5D66-3EFC-398526AEA218}"/>
              </a:ext>
            </a:extLst>
          </p:cNvPr>
          <p:cNvSpPr txBox="1"/>
          <p:nvPr/>
        </p:nvSpPr>
        <p:spPr>
          <a:xfrm>
            <a:off x="830931" y="1201753"/>
            <a:ext cx="3011274" cy="369332"/>
          </a:xfrm>
          <a:prstGeom prst="rect">
            <a:avLst/>
          </a:prstGeom>
          <a:noFill/>
        </p:spPr>
        <p:txBody>
          <a:bodyPr wrap="none" rtlCol="0">
            <a:spAutoFit/>
          </a:bodyPr>
          <a:lstStyle/>
          <a:p>
            <a:r>
              <a:rPr lang="en-IN" b="1" dirty="0"/>
              <a:t>FUNCTIONAL DEPENDENCIES:</a:t>
            </a:r>
          </a:p>
        </p:txBody>
      </p:sp>
      <p:sp>
        <p:nvSpPr>
          <p:cNvPr id="2" name="TextBox 1">
            <a:extLst>
              <a:ext uri="{FF2B5EF4-FFF2-40B4-BE49-F238E27FC236}">
                <a16:creationId xmlns:a16="http://schemas.microsoft.com/office/drawing/2014/main" id="{78A1DE10-E6A1-D09B-F30C-EDC77CC00B3C}"/>
              </a:ext>
            </a:extLst>
          </p:cNvPr>
          <p:cNvSpPr txBox="1"/>
          <p:nvPr/>
        </p:nvSpPr>
        <p:spPr>
          <a:xfrm>
            <a:off x="3842205" y="1201753"/>
            <a:ext cx="2772362" cy="2123658"/>
          </a:xfrm>
          <a:prstGeom prst="rect">
            <a:avLst/>
          </a:prstGeom>
          <a:noFill/>
        </p:spPr>
        <p:txBody>
          <a:bodyPr wrap="none" rtlCol="0">
            <a:spAutoFit/>
          </a:bodyPr>
          <a:lstStyle/>
          <a:p>
            <a:r>
              <a:rPr lang="en-IN" sz="1200" dirty="0"/>
              <a:t>Functional Dependencies</a:t>
            </a:r>
          </a:p>
          <a:p>
            <a:pPr lvl="0"/>
            <a:r>
              <a:rPr lang="en-IN" sz="1200" dirty="0"/>
              <a:t>ORDER_NO → U_ID</a:t>
            </a:r>
          </a:p>
          <a:p>
            <a:pPr lvl="0"/>
            <a:r>
              <a:rPr lang="en-IN" sz="1200" dirty="0"/>
              <a:t>ORDER_NO → ORDER_DATE</a:t>
            </a:r>
          </a:p>
          <a:p>
            <a:pPr lvl="0"/>
            <a:r>
              <a:rPr lang="en-IN" sz="1200" dirty="0"/>
              <a:t>ORDER_NO → CUSTOMER_NAME</a:t>
            </a:r>
          </a:p>
          <a:p>
            <a:pPr lvl="0"/>
            <a:r>
              <a:rPr lang="en-IN" sz="1200" dirty="0"/>
              <a:t>ORDER_NO → CUSTOMER_EMAIL</a:t>
            </a:r>
          </a:p>
          <a:p>
            <a:pPr lvl="0"/>
            <a:r>
              <a:rPr lang="en-IN" sz="1200" dirty="0"/>
              <a:t>ORDER_NO → ORDER_AMOUNT</a:t>
            </a:r>
          </a:p>
          <a:p>
            <a:pPr lvl="0"/>
            <a:r>
              <a:rPr lang="en-IN" sz="1200" dirty="0"/>
              <a:t>ORDER_NO → PAYMENT</a:t>
            </a:r>
          </a:p>
          <a:p>
            <a:pPr lvl="0"/>
            <a:r>
              <a:rPr lang="en-IN" sz="1200" dirty="0"/>
              <a:t>U_ID → CUSTOMER_NAME</a:t>
            </a:r>
          </a:p>
          <a:p>
            <a:pPr lvl="0"/>
            <a:r>
              <a:rPr lang="en-IN" sz="1200" dirty="0"/>
              <a:t>U_ID → CUSTOMER_EMAIL</a:t>
            </a:r>
          </a:p>
          <a:p>
            <a:pPr lvl="0"/>
            <a:r>
              <a:rPr lang="en-IN" sz="1200" dirty="0"/>
              <a:t>CUSTOMER_EMAIL → U_ID</a:t>
            </a:r>
          </a:p>
          <a:p>
            <a:pPr lvl="0"/>
            <a:r>
              <a:rPr lang="en-IN" sz="1200" dirty="0"/>
              <a:t>CUSTOMER_EMAIL → CUSTOMER_NAME</a:t>
            </a:r>
          </a:p>
        </p:txBody>
      </p:sp>
    </p:spTree>
    <p:extLst>
      <p:ext uri="{BB962C8B-B14F-4D97-AF65-F5344CB8AC3E}">
        <p14:creationId xmlns:p14="http://schemas.microsoft.com/office/powerpoint/2010/main" val="1352586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DC34D77F-6413-B60B-43AD-F66724C4E02D}"/>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graphicFrame>
        <p:nvGraphicFramePr>
          <p:cNvPr id="4" name="Table 3">
            <a:extLst>
              <a:ext uri="{FF2B5EF4-FFF2-40B4-BE49-F238E27FC236}">
                <a16:creationId xmlns:a16="http://schemas.microsoft.com/office/drawing/2014/main" id="{4160626B-091C-3866-9866-4E8DA790E121}"/>
              </a:ext>
            </a:extLst>
          </p:cNvPr>
          <p:cNvGraphicFramePr>
            <a:graphicFrameLocks noGrp="1"/>
          </p:cNvGraphicFramePr>
          <p:nvPr>
            <p:extLst>
              <p:ext uri="{D42A27DB-BD31-4B8C-83A1-F6EECF244321}">
                <p14:modId xmlns:p14="http://schemas.microsoft.com/office/powerpoint/2010/main" val="1687379119"/>
              </p:ext>
            </p:extLst>
          </p:nvPr>
        </p:nvGraphicFramePr>
        <p:xfrm>
          <a:off x="1000502" y="1363131"/>
          <a:ext cx="8710765" cy="4525967"/>
        </p:xfrm>
        <a:graphic>
          <a:graphicData uri="http://schemas.openxmlformats.org/drawingml/2006/table">
            <a:tbl>
              <a:tblPr>
                <a:tableStyleId>{5C22544A-7EE6-4342-B048-85BDC9FD1C3A}</a:tableStyleId>
              </a:tblPr>
              <a:tblGrid>
                <a:gridCol w="1742153">
                  <a:extLst>
                    <a:ext uri="{9D8B030D-6E8A-4147-A177-3AD203B41FA5}">
                      <a16:colId xmlns:a16="http://schemas.microsoft.com/office/drawing/2014/main" val="142372634"/>
                    </a:ext>
                  </a:extLst>
                </a:gridCol>
                <a:gridCol w="1742153">
                  <a:extLst>
                    <a:ext uri="{9D8B030D-6E8A-4147-A177-3AD203B41FA5}">
                      <a16:colId xmlns:a16="http://schemas.microsoft.com/office/drawing/2014/main" val="2180847897"/>
                    </a:ext>
                  </a:extLst>
                </a:gridCol>
                <a:gridCol w="1742153">
                  <a:extLst>
                    <a:ext uri="{9D8B030D-6E8A-4147-A177-3AD203B41FA5}">
                      <a16:colId xmlns:a16="http://schemas.microsoft.com/office/drawing/2014/main" val="2250057319"/>
                    </a:ext>
                  </a:extLst>
                </a:gridCol>
                <a:gridCol w="1742153">
                  <a:extLst>
                    <a:ext uri="{9D8B030D-6E8A-4147-A177-3AD203B41FA5}">
                      <a16:colId xmlns:a16="http://schemas.microsoft.com/office/drawing/2014/main" val="1301751762"/>
                    </a:ext>
                  </a:extLst>
                </a:gridCol>
                <a:gridCol w="1742153">
                  <a:extLst>
                    <a:ext uri="{9D8B030D-6E8A-4147-A177-3AD203B41FA5}">
                      <a16:colId xmlns:a16="http://schemas.microsoft.com/office/drawing/2014/main" val="541317690"/>
                    </a:ext>
                  </a:extLst>
                </a:gridCol>
              </a:tblGrid>
              <a:tr h="502885">
                <a:tc>
                  <a:txBody>
                    <a:bodyPr/>
                    <a:lstStyle/>
                    <a:p>
                      <a:pPr>
                        <a:buNone/>
                      </a:pPr>
                      <a:r>
                        <a:rPr lang="en-IN" sz="1400" dirty="0"/>
                        <a:t>ORDER_NO</a:t>
                      </a:r>
                    </a:p>
                  </a:txBody>
                  <a:tcPr marL="71841" marR="71841" marT="35920" marB="35920" anchor="ctr"/>
                </a:tc>
                <a:tc>
                  <a:txBody>
                    <a:bodyPr/>
                    <a:lstStyle/>
                    <a:p>
                      <a:pPr>
                        <a:buNone/>
                      </a:pPr>
                      <a:r>
                        <a:rPr lang="en-IN" sz="1400" dirty="0"/>
                        <a:t>PRODUCT_ID</a:t>
                      </a:r>
                    </a:p>
                  </a:txBody>
                  <a:tcPr marL="71841" marR="71841" marT="35920" marB="35920" anchor="ctr"/>
                </a:tc>
                <a:tc>
                  <a:txBody>
                    <a:bodyPr/>
                    <a:lstStyle/>
                    <a:p>
                      <a:pPr>
                        <a:buNone/>
                      </a:pPr>
                      <a:r>
                        <a:rPr lang="en-IN" sz="1400" dirty="0"/>
                        <a:t>PRODUCT_NAME</a:t>
                      </a:r>
                    </a:p>
                  </a:txBody>
                  <a:tcPr marL="71841" marR="71841" marT="35920" marB="35920" anchor="ctr"/>
                </a:tc>
                <a:tc>
                  <a:txBody>
                    <a:bodyPr/>
                    <a:lstStyle/>
                    <a:p>
                      <a:pPr>
                        <a:buNone/>
                      </a:pPr>
                      <a:r>
                        <a:rPr lang="en-IN" sz="1400" dirty="0"/>
                        <a:t>PRODUCT_PRICE</a:t>
                      </a:r>
                    </a:p>
                  </a:txBody>
                  <a:tcPr marL="71841" marR="71841" marT="35920" marB="35920" anchor="ctr"/>
                </a:tc>
                <a:tc>
                  <a:txBody>
                    <a:bodyPr/>
                    <a:lstStyle/>
                    <a:p>
                      <a:pPr>
                        <a:buNone/>
                      </a:pPr>
                      <a:r>
                        <a:rPr lang="en-IN" sz="1400" dirty="0"/>
                        <a:t>QUANTITY</a:t>
                      </a:r>
                    </a:p>
                  </a:txBody>
                  <a:tcPr marL="71841" marR="71841" marT="35920" marB="35920" anchor="ctr"/>
                </a:tc>
                <a:extLst>
                  <a:ext uri="{0D108BD9-81ED-4DB2-BD59-A6C34878D82A}">
                    <a16:rowId xmlns:a16="http://schemas.microsoft.com/office/drawing/2014/main" val="368727820"/>
                  </a:ext>
                </a:extLst>
              </a:tr>
              <a:tr h="287363">
                <a:tc>
                  <a:txBody>
                    <a:bodyPr/>
                    <a:lstStyle/>
                    <a:p>
                      <a:pPr>
                        <a:buNone/>
                      </a:pPr>
                      <a:r>
                        <a:rPr lang="en-IN" sz="1400" dirty="0"/>
                        <a:t>101</a:t>
                      </a:r>
                    </a:p>
                  </a:txBody>
                  <a:tcPr marL="71841" marR="71841" marT="35920" marB="35920" anchor="ctr"/>
                </a:tc>
                <a:tc>
                  <a:txBody>
                    <a:bodyPr/>
                    <a:lstStyle/>
                    <a:p>
                      <a:pPr>
                        <a:buNone/>
                      </a:pPr>
                      <a:r>
                        <a:rPr lang="en-IN" sz="1400" dirty="0"/>
                        <a:t>1</a:t>
                      </a:r>
                    </a:p>
                  </a:txBody>
                  <a:tcPr marL="71841" marR="71841" marT="35920" marB="35920" anchor="ctr"/>
                </a:tc>
                <a:tc>
                  <a:txBody>
                    <a:bodyPr/>
                    <a:lstStyle/>
                    <a:p>
                      <a:pPr>
                        <a:buNone/>
                      </a:pPr>
                      <a:r>
                        <a:rPr lang="en-IN" sz="1400" dirty="0"/>
                        <a:t>Mobile</a:t>
                      </a:r>
                    </a:p>
                  </a:txBody>
                  <a:tcPr marL="71841" marR="71841" marT="35920" marB="35920" anchor="ctr"/>
                </a:tc>
                <a:tc>
                  <a:txBody>
                    <a:bodyPr/>
                    <a:lstStyle/>
                    <a:p>
                      <a:pPr>
                        <a:buNone/>
                      </a:pPr>
                      <a:r>
                        <a:rPr lang="en-IN" sz="1400" dirty="0"/>
                        <a:t>25000</a:t>
                      </a:r>
                    </a:p>
                  </a:txBody>
                  <a:tcPr marL="71841" marR="71841" marT="35920" marB="35920" anchor="ctr"/>
                </a:tc>
                <a:tc>
                  <a:txBody>
                    <a:bodyPr/>
                    <a:lstStyle/>
                    <a:p>
                      <a:pPr>
                        <a:buNone/>
                      </a:pPr>
                      <a:r>
                        <a:rPr lang="en-IN" sz="1400" dirty="0"/>
                        <a:t>1</a:t>
                      </a:r>
                    </a:p>
                  </a:txBody>
                  <a:tcPr marL="71841" marR="71841" marT="35920" marB="35920" anchor="ctr"/>
                </a:tc>
                <a:extLst>
                  <a:ext uri="{0D108BD9-81ED-4DB2-BD59-A6C34878D82A}">
                    <a16:rowId xmlns:a16="http://schemas.microsoft.com/office/drawing/2014/main" val="561143270"/>
                  </a:ext>
                </a:extLst>
              </a:tr>
              <a:tr h="287363">
                <a:tc>
                  <a:txBody>
                    <a:bodyPr/>
                    <a:lstStyle/>
                    <a:p>
                      <a:pPr>
                        <a:buNone/>
                      </a:pPr>
                      <a:r>
                        <a:rPr lang="en-IN" sz="1400" dirty="0"/>
                        <a:t>101</a:t>
                      </a:r>
                    </a:p>
                  </a:txBody>
                  <a:tcPr marL="71841" marR="71841" marT="35920" marB="35920" anchor="ctr"/>
                </a:tc>
                <a:tc>
                  <a:txBody>
                    <a:bodyPr/>
                    <a:lstStyle/>
                    <a:p>
                      <a:pPr>
                        <a:buNone/>
                      </a:pPr>
                      <a:r>
                        <a:rPr lang="en-IN" sz="1400" dirty="0"/>
                        <a:t>2</a:t>
                      </a:r>
                    </a:p>
                  </a:txBody>
                  <a:tcPr marL="71841" marR="71841" marT="35920" marB="35920" anchor="ctr"/>
                </a:tc>
                <a:tc>
                  <a:txBody>
                    <a:bodyPr/>
                    <a:lstStyle/>
                    <a:p>
                      <a:pPr>
                        <a:buNone/>
                      </a:pPr>
                      <a:r>
                        <a:rPr lang="en-IN" sz="1400" dirty="0"/>
                        <a:t>Laptop</a:t>
                      </a:r>
                    </a:p>
                  </a:txBody>
                  <a:tcPr marL="71841" marR="71841" marT="35920" marB="35920" anchor="ctr"/>
                </a:tc>
                <a:tc>
                  <a:txBody>
                    <a:bodyPr/>
                    <a:lstStyle/>
                    <a:p>
                      <a:pPr>
                        <a:buNone/>
                      </a:pPr>
                      <a:r>
                        <a:rPr lang="en-IN" sz="1400" dirty="0"/>
                        <a:t>50000</a:t>
                      </a:r>
                    </a:p>
                  </a:txBody>
                  <a:tcPr marL="71841" marR="71841" marT="35920" marB="35920" anchor="ctr"/>
                </a:tc>
                <a:tc>
                  <a:txBody>
                    <a:bodyPr/>
                    <a:lstStyle/>
                    <a:p>
                      <a:pPr>
                        <a:buNone/>
                      </a:pPr>
                      <a:r>
                        <a:rPr lang="en-IN" sz="1400" dirty="0"/>
                        <a:t>2</a:t>
                      </a:r>
                    </a:p>
                  </a:txBody>
                  <a:tcPr marL="71841" marR="71841" marT="35920" marB="35920" anchor="ctr"/>
                </a:tc>
                <a:extLst>
                  <a:ext uri="{0D108BD9-81ED-4DB2-BD59-A6C34878D82A}">
                    <a16:rowId xmlns:a16="http://schemas.microsoft.com/office/drawing/2014/main" val="3422265998"/>
                  </a:ext>
                </a:extLst>
              </a:tr>
              <a:tr h="287363">
                <a:tc>
                  <a:txBody>
                    <a:bodyPr/>
                    <a:lstStyle/>
                    <a:p>
                      <a:pPr>
                        <a:buNone/>
                      </a:pPr>
                      <a:r>
                        <a:rPr lang="en-IN" sz="1400" dirty="0"/>
                        <a:t>102</a:t>
                      </a:r>
                    </a:p>
                  </a:txBody>
                  <a:tcPr marL="71841" marR="71841" marT="35920" marB="35920" anchor="ctr"/>
                </a:tc>
                <a:tc>
                  <a:txBody>
                    <a:bodyPr/>
                    <a:lstStyle/>
                    <a:p>
                      <a:pPr>
                        <a:buNone/>
                      </a:pPr>
                      <a:r>
                        <a:rPr lang="en-IN" sz="1400" dirty="0"/>
                        <a:t>3</a:t>
                      </a:r>
                    </a:p>
                  </a:txBody>
                  <a:tcPr marL="71841" marR="71841" marT="35920" marB="35920" anchor="ctr"/>
                </a:tc>
                <a:tc>
                  <a:txBody>
                    <a:bodyPr/>
                    <a:lstStyle/>
                    <a:p>
                      <a:pPr>
                        <a:buNone/>
                      </a:pPr>
                      <a:r>
                        <a:rPr lang="en-IN" sz="1400" dirty="0"/>
                        <a:t>Headphones</a:t>
                      </a:r>
                    </a:p>
                  </a:txBody>
                  <a:tcPr marL="71841" marR="71841" marT="35920" marB="35920" anchor="ctr"/>
                </a:tc>
                <a:tc>
                  <a:txBody>
                    <a:bodyPr/>
                    <a:lstStyle/>
                    <a:p>
                      <a:pPr>
                        <a:buNone/>
                      </a:pPr>
                      <a:r>
                        <a:rPr lang="en-IN" sz="1400" dirty="0"/>
                        <a:t>2000</a:t>
                      </a:r>
                    </a:p>
                  </a:txBody>
                  <a:tcPr marL="71841" marR="71841" marT="35920" marB="35920" anchor="ctr"/>
                </a:tc>
                <a:tc>
                  <a:txBody>
                    <a:bodyPr/>
                    <a:lstStyle/>
                    <a:p>
                      <a:pPr>
                        <a:buNone/>
                      </a:pPr>
                      <a:r>
                        <a:rPr lang="en-IN" sz="1400" dirty="0"/>
                        <a:t>2</a:t>
                      </a:r>
                    </a:p>
                  </a:txBody>
                  <a:tcPr marL="71841" marR="71841" marT="35920" marB="35920" anchor="ctr"/>
                </a:tc>
                <a:extLst>
                  <a:ext uri="{0D108BD9-81ED-4DB2-BD59-A6C34878D82A}">
                    <a16:rowId xmlns:a16="http://schemas.microsoft.com/office/drawing/2014/main" val="496029138"/>
                  </a:ext>
                </a:extLst>
              </a:tr>
              <a:tr h="287363">
                <a:tc>
                  <a:txBody>
                    <a:bodyPr/>
                    <a:lstStyle/>
                    <a:p>
                      <a:pPr>
                        <a:buNone/>
                      </a:pPr>
                      <a:r>
                        <a:rPr lang="en-IN" sz="1400" dirty="0"/>
                        <a:t>103</a:t>
                      </a:r>
                    </a:p>
                  </a:txBody>
                  <a:tcPr marL="71841" marR="71841" marT="35920" marB="35920" anchor="ctr"/>
                </a:tc>
                <a:tc>
                  <a:txBody>
                    <a:bodyPr/>
                    <a:lstStyle/>
                    <a:p>
                      <a:pPr>
                        <a:buNone/>
                      </a:pPr>
                      <a:r>
                        <a:rPr lang="en-IN" sz="1400" dirty="0"/>
                        <a:t>4</a:t>
                      </a:r>
                    </a:p>
                  </a:txBody>
                  <a:tcPr marL="71841" marR="71841" marT="35920" marB="35920" anchor="ctr"/>
                </a:tc>
                <a:tc>
                  <a:txBody>
                    <a:bodyPr/>
                    <a:lstStyle/>
                    <a:p>
                      <a:pPr>
                        <a:buNone/>
                      </a:pPr>
                      <a:r>
                        <a:rPr lang="en-IN" sz="1400" dirty="0"/>
                        <a:t>Shoes</a:t>
                      </a:r>
                    </a:p>
                  </a:txBody>
                  <a:tcPr marL="71841" marR="71841" marT="35920" marB="35920" anchor="ctr"/>
                </a:tc>
                <a:tc>
                  <a:txBody>
                    <a:bodyPr/>
                    <a:lstStyle/>
                    <a:p>
                      <a:pPr>
                        <a:buNone/>
                      </a:pPr>
                      <a:r>
                        <a:rPr lang="en-IN" sz="1400" dirty="0"/>
                        <a:t>5000</a:t>
                      </a:r>
                    </a:p>
                  </a:txBody>
                  <a:tcPr marL="71841" marR="71841" marT="35920" marB="35920" anchor="ctr"/>
                </a:tc>
                <a:tc>
                  <a:txBody>
                    <a:bodyPr/>
                    <a:lstStyle/>
                    <a:p>
                      <a:pPr>
                        <a:buNone/>
                      </a:pPr>
                      <a:r>
                        <a:rPr lang="en-IN" sz="1400" dirty="0"/>
                        <a:t>1</a:t>
                      </a:r>
                    </a:p>
                  </a:txBody>
                  <a:tcPr marL="71841" marR="71841" marT="35920" marB="35920" anchor="ctr"/>
                </a:tc>
                <a:extLst>
                  <a:ext uri="{0D108BD9-81ED-4DB2-BD59-A6C34878D82A}">
                    <a16:rowId xmlns:a16="http://schemas.microsoft.com/office/drawing/2014/main" val="438480535"/>
                  </a:ext>
                </a:extLst>
              </a:tr>
              <a:tr h="287363">
                <a:tc>
                  <a:txBody>
                    <a:bodyPr/>
                    <a:lstStyle/>
                    <a:p>
                      <a:pPr>
                        <a:buNone/>
                      </a:pPr>
                      <a:r>
                        <a:rPr lang="en-IN" sz="1400" dirty="0"/>
                        <a:t>103</a:t>
                      </a:r>
                    </a:p>
                  </a:txBody>
                  <a:tcPr marL="71841" marR="71841" marT="35920" marB="35920" anchor="ctr"/>
                </a:tc>
                <a:tc>
                  <a:txBody>
                    <a:bodyPr/>
                    <a:lstStyle/>
                    <a:p>
                      <a:pPr>
                        <a:buNone/>
                      </a:pPr>
                      <a:r>
                        <a:rPr lang="en-IN" sz="1400" dirty="0"/>
                        <a:t>5</a:t>
                      </a:r>
                    </a:p>
                  </a:txBody>
                  <a:tcPr marL="71841" marR="71841" marT="35920" marB="35920" anchor="ctr"/>
                </a:tc>
                <a:tc>
                  <a:txBody>
                    <a:bodyPr/>
                    <a:lstStyle/>
                    <a:p>
                      <a:pPr>
                        <a:buNone/>
                      </a:pPr>
                      <a:r>
                        <a:rPr lang="en-IN" sz="1400" dirty="0"/>
                        <a:t>Shirt</a:t>
                      </a:r>
                    </a:p>
                  </a:txBody>
                  <a:tcPr marL="71841" marR="71841" marT="35920" marB="35920" anchor="ctr"/>
                </a:tc>
                <a:tc>
                  <a:txBody>
                    <a:bodyPr/>
                    <a:lstStyle/>
                    <a:p>
                      <a:pPr>
                        <a:buNone/>
                      </a:pPr>
                      <a:r>
                        <a:rPr lang="en-IN" sz="1400" dirty="0"/>
                        <a:t>3000</a:t>
                      </a:r>
                    </a:p>
                  </a:txBody>
                  <a:tcPr marL="71841" marR="71841" marT="35920" marB="35920" anchor="ctr"/>
                </a:tc>
                <a:tc>
                  <a:txBody>
                    <a:bodyPr/>
                    <a:lstStyle/>
                    <a:p>
                      <a:pPr>
                        <a:buNone/>
                      </a:pPr>
                      <a:r>
                        <a:rPr lang="en-IN" sz="1400" dirty="0"/>
                        <a:t>2</a:t>
                      </a:r>
                    </a:p>
                  </a:txBody>
                  <a:tcPr marL="71841" marR="71841" marT="35920" marB="35920" anchor="ctr"/>
                </a:tc>
                <a:extLst>
                  <a:ext uri="{0D108BD9-81ED-4DB2-BD59-A6C34878D82A}">
                    <a16:rowId xmlns:a16="http://schemas.microsoft.com/office/drawing/2014/main" val="3598415998"/>
                  </a:ext>
                </a:extLst>
              </a:tr>
              <a:tr h="287363">
                <a:tc>
                  <a:txBody>
                    <a:bodyPr/>
                    <a:lstStyle/>
                    <a:p>
                      <a:pPr>
                        <a:buNone/>
                      </a:pPr>
                      <a:r>
                        <a:rPr lang="en-IN" sz="1400" dirty="0"/>
                        <a:t>104</a:t>
                      </a:r>
                    </a:p>
                  </a:txBody>
                  <a:tcPr marL="71841" marR="71841" marT="35920" marB="35920" anchor="ctr"/>
                </a:tc>
                <a:tc>
                  <a:txBody>
                    <a:bodyPr/>
                    <a:lstStyle/>
                    <a:p>
                      <a:pPr>
                        <a:buNone/>
                      </a:pPr>
                      <a:r>
                        <a:rPr lang="en-IN" sz="1400" dirty="0"/>
                        <a:t>6</a:t>
                      </a:r>
                    </a:p>
                  </a:txBody>
                  <a:tcPr marL="71841" marR="71841" marT="35920" marB="35920" anchor="ctr"/>
                </a:tc>
                <a:tc>
                  <a:txBody>
                    <a:bodyPr/>
                    <a:lstStyle/>
                    <a:p>
                      <a:pPr>
                        <a:buNone/>
                      </a:pPr>
                      <a:r>
                        <a:rPr lang="en-IN" sz="1400" dirty="0"/>
                        <a:t>Television</a:t>
                      </a:r>
                    </a:p>
                  </a:txBody>
                  <a:tcPr marL="71841" marR="71841" marT="35920" marB="35920" anchor="ctr"/>
                </a:tc>
                <a:tc>
                  <a:txBody>
                    <a:bodyPr/>
                    <a:lstStyle/>
                    <a:p>
                      <a:pPr>
                        <a:buNone/>
                      </a:pPr>
                      <a:r>
                        <a:rPr lang="en-IN" sz="1400" dirty="0"/>
                        <a:t>30000</a:t>
                      </a:r>
                    </a:p>
                  </a:txBody>
                  <a:tcPr marL="71841" marR="71841" marT="35920" marB="35920" anchor="ctr"/>
                </a:tc>
                <a:tc>
                  <a:txBody>
                    <a:bodyPr/>
                    <a:lstStyle/>
                    <a:p>
                      <a:pPr>
                        <a:buNone/>
                      </a:pPr>
                      <a:r>
                        <a:rPr lang="en-IN" sz="1400" dirty="0"/>
                        <a:t>1</a:t>
                      </a:r>
                    </a:p>
                  </a:txBody>
                  <a:tcPr marL="71841" marR="71841" marT="35920" marB="35920" anchor="ctr"/>
                </a:tc>
                <a:extLst>
                  <a:ext uri="{0D108BD9-81ED-4DB2-BD59-A6C34878D82A}">
                    <a16:rowId xmlns:a16="http://schemas.microsoft.com/office/drawing/2014/main" val="3800777199"/>
                  </a:ext>
                </a:extLst>
              </a:tr>
              <a:tr h="287363">
                <a:tc>
                  <a:txBody>
                    <a:bodyPr/>
                    <a:lstStyle/>
                    <a:p>
                      <a:pPr>
                        <a:buNone/>
                      </a:pPr>
                      <a:r>
                        <a:rPr lang="en-IN" sz="1400" dirty="0"/>
                        <a:t>105</a:t>
                      </a:r>
                    </a:p>
                  </a:txBody>
                  <a:tcPr marL="71841" marR="71841" marT="35920" marB="35920" anchor="ctr"/>
                </a:tc>
                <a:tc>
                  <a:txBody>
                    <a:bodyPr/>
                    <a:lstStyle/>
                    <a:p>
                      <a:pPr>
                        <a:buNone/>
                      </a:pPr>
                      <a:r>
                        <a:rPr lang="en-IN" sz="1400" dirty="0"/>
                        <a:t>7</a:t>
                      </a:r>
                    </a:p>
                  </a:txBody>
                  <a:tcPr marL="71841" marR="71841" marT="35920" marB="35920" anchor="ctr"/>
                </a:tc>
                <a:tc>
                  <a:txBody>
                    <a:bodyPr/>
                    <a:lstStyle/>
                    <a:p>
                      <a:pPr>
                        <a:buNone/>
                      </a:pPr>
                      <a:r>
                        <a:rPr lang="en-IN" sz="1400" dirty="0"/>
                        <a:t>Camera</a:t>
                      </a:r>
                    </a:p>
                  </a:txBody>
                  <a:tcPr marL="71841" marR="71841" marT="35920" marB="35920" anchor="ctr"/>
                </a:tc>
                <a:tc>
                  <a:txBody>
                    <a:bodyPr/>
                    <a:lstStyle/>
                    <a:p>
                      <a:pPr>
                        <a:buNone/>
                      </a:pPr>
                      <a:r>
                        <a:rPr lang="en-IN" sz="1400" dirty="0"/>
                        <a:t>12000</a:t>
                      </a:r>
                    </a:p>
                  </a:txBody>
                  <a:tcPr marL="71841" marR="71841" marT="35920" marB="35920" anchor="ctr"/>
                </a:tc>
                <a:tc>
                  <a:txBody>
                    <a:bodyPr/>
                    <a:lstStyle/>
                    <a:p>
                      <a:pPr>
                        <a:buNone/>
                      </a:pPr>
                      <a:r>
                        <a:rPr lang="en-IN" sz="1400" dirty="0"/>
                        <a:t>1</a:t>
                      </a:r>
                    </a:p>
                  </a:txBody>
                  <a:tcPr marL="71841" marR="71841" marT="35920" marB="35920" anchor="ctr"/>
                </a:tc>
                <a:extLst>
                  <a:ext uri="{0D108BD9-81ED-4DB2-BD59-A6C34878D82A}">
                    <a16:rowId xmlns:a16="http://schemas.microsoft.com/office/drawing/2014/main" val="2091857055"/>
                  </a:ext>
                </a:extLst>
              </a:tr>
              <a:tr h="287363">
                <a:tc>
                  <a:txBody>
                    <a:bodyPr/>
                    <a:lstStyle/>
                    <a:p>
                      <a:pPr>
                        <a:buNone/>
                      </a:pPr>
                      <a:r>
                        <a:rPr lang="en-IN" sz="1400" dirty="0"/>
                        <a:t>106</a:t>
                      </a:r>
                    </a:p>
                  </a:txBody>
                  <a:tcPr marL="71841" marR="71841" marT="35920" marB="35920" anchor="ctr"/>
                </a:tc>
                <a:tc>
                  <a:txBody>
                    <a:bodyPr/>
                    <a:lstStyle/>
                    <a:p>
                      <a:pPr>
                        <a:buNone/>
                      </a:pPr>
                      <a:r>
                        <a:rPr lang="en-IN" sz="1400" dirty="0"/>
                        <a:t>8</a:t>
                      </a:r>
                    </a:p>
                  </a:txBody>
                  <a:tcPr marL="71841" marR="71841" marT="35920" marB="35920" anchor="ctr"/>
                </a:tc>
                <a:tc>
                  <a:txBody>
                    <a:bodyPr/>
                    <a:lstStyle/>
                    <a:p>
                      <a:pPr>
                        <a:buNone/>
                      </a:pPr>
                      <a:r>
                        <a:rPr lang="en-IN" sz="1400" dirty="0"/>
                        <a:t>Watch</a:t>
                      </a:r>
                    </a:p>
                  </a:txBody>
                  <a:tcPr marL="71841" marR="71841" marT="35920" marB="35920" anchor="ctr"/>
                </a:tc>
                <a:tc>
                  <a:txBody>
                    <a:bodyPr/>
                    <a:lstStyle/>
                    <a:p>
                      <a:pPr>
                        <a:buNone/>
                      </a:pPr>
                      <a:r>
                        <a:rPr lang="en-IN" sz="1400" dirty="0"/>
                        <a:t>5000</a:t>
                      </a:r>
                    </a:p>
                  </a:txBody>
                  <a:tcPr marL="71841" marR="71841" marT="35920" marB="35920" anchor="ctr"/>
                </a:tc>
                <a:tc>
                  <a:txBody>
                    <a:bodyPr/>
                    <a:lstStyle/>
                    <a:p>
                      <a:pPr>
                        <a:buNone/>
                      </a:pPr>
                      <a:r>
                        <a:rPr lang="en-IN" sz="1400" dirty="0"/>
                        <a:t>2</a:t>
                      </a:r>
                    </a:p>
                  </a:txBody>
                  <a:tcPr marL="71841" marR="71841" marT="35920" marB="35920" anchor="ctr"/>
                </a:tc>
                <a:extLst>
                  <a:ext uri="{0D108BD9-81ED-4DB2-BD59-A6C34878D82A}">
                    <a16:rowId xmlns:a16="http://schemas.microsoft.com/office/drawing/2014/main" val="3373047060"/>
                  </a:ext>
                </a:extLst>
              </a:tr>
              <a:tr h="287363">
                <a:tc>
                  <a:txBody>
                    <a:bodyPr/>
                    <a:lstStyle/>
                    <a:p>
                      <a:pPr>
                        <a:buNone/>
                      </a:pPr>
                      <a:r>
                        <a:rPr lang="en-IN" sz="1400" dirty="0"/>
                        <a:t>107</a:t>
                      </a:r>
                    </a:p>
                  </a:txBody>
                  <a:tcPr marL="71841" marR="71841" marT="35920" marB="35920" anchor="ctr"/>
                </a:tc>
                <a:tc>
                  <a:txBody>
                    <a:bodyPr/>
                    <a:lstStyle/>
                    <a:p>
                      <a:pPr>
                        <a:buNone/>
                      </a:pPr>
                      <a:r>
                        <a:rPr lang="en-IN" sz="1400" dirty="0"/>
                        <a:t>9</a:t>
                      </a:r>
                    </a:p>
                  </a:txBody>
                  <a:tcPr marL="71841" marR="71841" marT="35920" marB="35920" anchor="ctr"/>
                </a:tc>
                <a:tc>
                  <a:txBody>
                    <a:bodyPr/>
                    <a:lstStyle/>
                    <a:p>
                      <a:pPr>
                        <a:buNone/>
                      </a:pPr>
                      <a:r>
                        <a:rPr lang="en-IN" sz="1400" dirty="0"/>
                        <a:t>Bag</a:t>
                      </a:r>
                    </a:p>
                  </a:txBody>
                  <a:tcPr marL="71841" marR="71841" marT="35920" marB="35920" anchor="ctr"/>
                </a:tc>
                <a:tc>
                  <a:txBody>
                    <a:bodyPr/>
                    <a:lstStyle/>
                    <a:p>
                      <a:pPr>
                        <a:buNone/>
                      </a:pPr>
                      <a:r>
                        <a:rPr lang="en-IN" sz="1400" dirty="0"/>
                        <a:t>8000</a:t>
                      </a:r>
                    </a:p>
                  </a:txBody>
                  <a:tcPr marL="71841" marR="71841" marT="35920" marB="35920" anchor="ctr"/>
                </a:tc>
                <a:tc>
                  <a:txBody>
                    <a:bodyPr/>
                    <a:lstStyle/>
                    <a:p>
                      <a:pPr>
                        <a:buNone/>
                      </a:pPr>
                      <a:r>
                        <a:rPr lang="en-IN" sz="1400" dirty="0"/>
                        <a:t>1</a:t>
                      </a:r>
                    </a:p>
                  </a:txBody>
                  <a:tcPr marL="71841" marR="71841" marT="35920" marB="35920" anchor="ctr"/>
                </a:tc>
                <a:extLst>
                  <a:ext uri="{0D108BD9-81ED-4DB2-BD59-A6C34878D82A}">
                    <a16:rowId xmlns:a16="http://schemas.microsoft.com/office/drawing/2014/main" val="2003477476"/>
                  </a:ext>
                </a:extLst>
              </a:tr>
              <a:tr h="287363">
                <a:tc>
                  <a:txBody>
                    <a:bodyPr/>
                    <a:lstStyle/>
                    <a:p>
                      <a:pPr>
                        <a:buNone/>
                      </a:pPr>
                      <a:r>
                        <a:rPr lang="en-IN" sz="1400" dirty="0"/>
                        <a:t>108</a:t>
                      </a:r>
                    </a:p>
                  </a:txBody>
                  <a:tcPr marL="71841" marR="71841" marT="35920" marB="35920" anchor="ctr"/>
                </a:tc>
                <a:tc>
                  <a:txBody>
                    <a:bodyPr/>
                    <a:lstStyle/>
                    <a:p>
                      <a:pPr>
                        <a:buNone/>
                      </a:pPr>
                      <a:r>
                        <a:rPr lang="en-IN" sz="1400" dirty="0"/>
                        <a:t>10</a:t>
                      </a:r>
                    </a:p>
                  </a:txBody>
                  <a:tcPr marL="71841" marR="71841" marT="35920" marB="35920" anchor="ctr"/>
                </a:tc>
                <a:tc>
                  <a:txBody>
                    <a:bodyPr/>
                    <a:lstStyle/>
                    <a:p>
                      <a:pPr>
                        <a:buNone/>
                      </a:pPr>
                      <a:r>
                        <a:rPr lang="en-IN" sz="1400" dirty="0"/>
                        <a:t>Python Book</a:t>
                      </a:r>
                    </a:p>
                  </a:txBody>
                  <a:tcPr marL="71841" marR="71841" marT="35920" marB="35920" anchor="ctr"/>
                </a:tc>
                <a:tc>
                  <a:txBody>
                    <a:bodyPr/>
                    <a:lstStyle/>
                    <a:p>
                      <a:pPr>
                        <a:buNone/>
                      </a:pPr>
                      <a:r>
                        <a:rPr lang="en-IN" sz="1400" dirty="0"/>
                        <a:t>800</a:t>
                      </a:r>
                    </a:p>
                  </a:txBody>
                  <a:tcPr marL="71841" marR="71841" marT="35920" marB="35920" anchor="ctr"/>
                </a:tc>
                <a:tc>
                  <a:txBody>
                    <a:bodyPr/>
                    <a:lstStyle/>
                    <a:p>
                      <a:pPr>
                        <a:buNone/>
                      </a:pPr>
                      <a:r>
                        <a:rPr lang="en-IN" sz="1400" dirty="0"/>
                        <a:t>2</a:t>
                      </a:r>
                    </a:p>
                  </a:txBody>
                  <a:tcPr marL="71841" marR="71841" marT="35920" marB="35920" anchor="ctr"/>
                </a:tc>
                <a:extLst>
                  <a:ext uri="{0D108BD9-81ED-4DB2-BD59-A6C34878D82A}">
                    <a16:rowId xmlns:a16="http://schemas.microsoft.com/office/drawing/2014/main" val="1725861142"/>
                  </a:ext>
                </a:extLst>
              </a:tr>
              <a:tr h="287363">
                <a:tc>
                  <a:txBody>
                    <a:bodyPr/>
                    <a:lstStyle/>
                    <a:p>
                      <a:pPr>
                        <a:buNone/>
                      </a:pPr>
                      <a:r>
                        <a:rPr lang="en-IN" sz="1400" dirty="0"/>
                        <a:t>109</a:t>
                      </a:r>
                    </a:p>
                  </a:txBody>
                  <a:tcPr marL="71841" marR="71841" marT="35920" marB="35920" anchor="ctr"/>
                </a:tc>
                <a:tc>
                  <a:txBody>
                    <a:bodyPr/>
                    <a:lstStyle/>
                    <a:p>
                      <a:pPr>
                        <a:buNone/>
                      </a:pPr>
                      <a:r>
                        <a:rPr lang="en-IN" sz="1400" dirty="0"/>
                        <a:t>1</a:t>
                      </a:r>
                    </a:p>
                  </a:txBody>
                  <a:tcPr marL="71841" marR="71841" marT="35920" marB="35920" anchor="ctr"/>
                </a:tc>
                <a:tc>
                  <a:txBody>
                    <a:bodyPr/>
                    <a:lstStyle/>
                    <a:p>
                      <a:pPr>
                        <a:buNone/>
                      </a:pPr>
                      <a:r>
                        <a:rPr lang="en-IN" sz="1400" dirty="0"/>
                        <a:t>Mobile</a:t>
                      </a:r>
                    </a:p>
                  </a:txBody>
                  <a:tcPr marL="71841" marR="71841" marT="35920" marB="35920" anchor="ctr"/>
                </a:tc>
                <a:tc>
                  <a:txBody>
                    <a:bodyPr/>
                    <a:lstStyle/>
                    <a:p>
                      <a:pPr>
                        <a:buNone/>
                      </a:pPr>
                      <a:r>
                        <a:rPr lang="en-IN" sz="1400" dirty="0"/>
                        <a:t>25000</a:t>
                      </a:r>
                    </a:p>
                  </a:txBody>
                  <a:tcPr marL="71841" marR="71841" marT="35920" marB="35920" anchor="ctr"/>
                </a:tc>
                <a:tc>
                  <a:txBody>
                    <a:bodyPr/>
                    <a:lstStyle/>
                    <a:p>
                      <a:pPr>
                        <a:buNone/>
                      </a:pPr>
                      <a:r>
                        <a:rPr lang="en-IN" sz="1400" dirty="0"/>
                        <a:t>1</a:t>
                      </a:r>
                    </a:p>
                  </a:txBody>
                  <a:tcPr marL="71841" marR="71841" marT="35920" marB="35920" anchor="ctr"/>
                </a:tc>
                <a:extLst>
                  <a:ext uri="{0D108BD9-81ED-4DB2-BD59-A6C34878D82A}">
                    <a16:rowId xmlns:a16="http://schemas.microsoft.com/office/drawing/2014/main" val="3558091156"/>
                  </a:ext>
                </a:extLst>
              </a:tr>
              <a:tr h="287363">
                <a:tc>
                  <a:txBody>
                    <a:bodyPr/>
                    <a:lstStyle/>
                    <a:p>
                      <a:pPr>
                        <a:buNone/>
                      </a:pPr>
                      <a:r>
                        <a:rPr lang="en-IN" sz="1400" dirty="0"/>
                        <a:t>109</a:t>
                      </a:r>
                    </a:p>
                  </a:txBody>
                  <a:tcPr marL="71841" marR="71841" marT="35920" marB="35920" anchor="ctr"/>
                </a:tc>
                <a:tc>
                  <a:txBody>
                    <a:bodyPr/>
                    <a:lstStyle/>
                    <a:p>
                      <a:pPr>
                        <a:buNone/>
                      </a:pPr>
                      <a:r>
                        <a:rPr lang="en-IN" sz="1400" dirty="0"/>
                        <a:t>3</a:t>
                      </a:r>
                    </a:p>
                  </a:txBody>
                  <a:tcPr marL="71841" marR="71841" marT="35920" marB="35920" anchor="ctr"/>
                </a:tc>
                <a:tc>
                  <a:txBody>
                    <a:bodyPr/>
                    <a:lstStyle/>
                    <a:p>
                      <a:pPr>
                        <a:buNone/>
                      </a:pPr>
                      <a:r>
                        <a:rPr lang="en-IN" sz="1400" dirty="0"/>
                        <a:t>Headphones</a:t>
                      </a:r>
                    </a:p>
                  </a:txBody>
                  <a:tcPr marL="71841" marR="71841" marT="35920" marB="35920" anchor="ctr"/>
                </a:tc>
                <a:tc>
                  <a:txBody>
                    <a:bodyPr/>
                    <a:lstStyle/>
                    <a:p>
                      <a:pPr>
                        <a:buNone/>
                      </a:pPr>
                      <a:r>
                        <a:rPr lang="en-IN" sz="1400" dirty="0"/>
                        <a:t>2000</a:t>
                      </a:r>
                    </a:p>
                  </a:txBody>
                  <a:tcPr marL="71841" marR="71841" marT="35920" marB="35920" anchor="ctr"/>
                </a:tc>
                <a:tc>
                  <a:txBody>
                    <a:bodyPr/>
                    <a:lstStyle/>
                    <a:p>
                      <a:pPr>
                        <a:buNone/>
                      </a:pPr>
                      <a:r>
                        <a:rPr lang="en-IN" sz="1400" dirty="0"/>
                        <a:t>1</a:t>
                      </a:r>
                    </a:p>
                  </a:txBody>
                  <a:tcPr marL="71841" marR="71841" marT="35920" marB="35920" anchor="ctr"/>
                </a:tc>
                <a:extLst>
                  <a:ext uri="{0D108BD9-81ED-4DB2-BD59-A6C34878D82A}">
                    <a16:rowId xmlns:a16="http://schemas.microsoft.com/office/drawing/2014/main" val="2347574854"/>
                  </a:ext>
                </a:extLst>
              </a:tr>
              <a:tr h="287363">
                <a:tc>
                  <a:txBody>
                    <a:bodyPr/>
                    <a:lstStyle/>
                    <a:p>
                      <a:pPr>
                        <a:buNone/>
                      </a:pPr>
                      <a:r>
                        <a:rPr lang="en-IN" sz="1400" dirty="0"/>
                        <a:t>110</a:t>
                      </a:r>
                    </a:p>
                  </a:txBody>
                  <a:tcPr marL="71841" marR="71841" marT="35920" marB="35920" anchor="ctr"/>
                </a:tc>
                <a:tc>
                  <a:txBody>
                    <a:bodyPr/>
                    <a:lstStyle/>
                    <a:p>
                      <a:pPr>
                        <a:buNone/>
                      </a:pPr>
                      <a:r>
                        <a:rPr lang="en-IN" sz="1400" dirty="0"/>
                        <a:t>5</a:t>
                      </a:r>
                    </a:p>
                  </a:txBody>
                  <a:tcPr marL="71841" marR="71841" marT="35920" marB="35920" anchor="ctr"/>
                </a:tc>
                <a:tc>
                  <a:txBody>
                    <a:bodyPr/>
                    <a:lstStyle/>
                    <a:p>
                      <a:pPr>
                        <a:buNone/>
                      </a:pPr>
                      <a:r>
                        <a:rPr lang="en-IN" sz="1400" dirty="0"/>
                        <a:t>Shirt</a:t>
                      </a:r>
                    </a:p>
                  </a:txBody>
                  <a:tcPr marL="71841" marR="71841" marT="35920" marB="35920" anchor="ctr"/>
                </a:tc>
                <a:tc>
                  <a:txBody>
                    <a:bodyPr/>
                    <a:lstStyle/>
                    <a:p>
                      <a:pPr>
                        <a:buNone/>
                      </a:pPr>
                      <a:r>
                        <a:rPr lang="en-IN" sz="1400" dirty="0"/>
                        <a:t>3000</a:t>
                      </a:r>
                    </a:p>
                  </a:txBody>
                  <a:tcPr marL="71841" marR="71841" marT="35920" marB="35920" anchor="ctr"/>
                </a:tc>
                <a:tc>
                  <a:txBody>
                    <a:bodyPr/>
                    <a:lstStyle/>
                    <a:p>
                      <a:pPr>
                        <a:buNone/>
                      </a:pPr>
                      <a:r>
                        <a:rPr lang="en-IN" sz="1400" dirty="0"/>
                        <a:t>2</a:t>
                      </a:r>
                    </a:p>
                  </a:txBody>
                  <a:tcPr marL="71841" marR="71841" marT="35920" marB="35920" anchor="ctr"/>
                </a:tc>
                <a:extLst>
                  <a:ext uri="{0D108BD9-81ED-4DB2-BD59-A6C34878D82A}">
                    <a16:rowId xmlns:a16="http://schemas.microsoft.com/office/drawing/2014/main" val="2383050489"/>
                  </a:ext>
                </a:extLst>
              </a:tr>
              <a:tr h="287363">
                <a:tc>
                  <a:txBody>
                    <a:bodyPr/>
                    <a:lstStyle/>
                    <a:p>
                      <a:pPr>
                        <a:buNone/>
                      </a:pPr>
                      <a:r>
                        <a:rPr lang="en-IN" sz="1400" dirty="0"/>
                        <a:t>110</a:t>
                      </a:r>
                    </a:p>
                  </a:txBody>
                  <a:tcPr marL="71841" marR="71841" marT="35920" marB="35920" anchor="ctr"/>
                </a:tc>
                <a:tc>
                  <a:txBody>
                    <a:bodyPr/>
                    <a:lstStyle/>
                    <a:p>
                      <a:pPr>
                        <a:buNone/>
                      </a:pPr>
                      <a:r>
                        <a:rPr lang="en-IN" sz="1400" dirty="0"/>
                        <a:t>9</a:t>
                      </a:r>
                    </a:p>
                  </a:txBody>
                  <a:tcPr marL="71841" marR="71841" marT="35920" marB="35920" anchor="ctr"/>
                </a:tc>
                <a:tc>
                  <a:txBody>
                    <a:bodyPr/>
                    <a:lstStyle/>
                    <a:p>
                      <a:pPr>
                        <a:buNone/>
                      </a:pPr>
                      <a:r>
                        <a:rPr lang="en-IN" sz="1400" dirty="0"/>
                        <a:t>Bag</a:t>
                      </a:r>
                    </a:p>
                  </a:txBody>
                  <a:tcPr marL="71841" marR="71841" marT="35920" marB="35920" anchor="ctr"/>
                </a:tc>
                <a:tc>
                  <a:txBody>
                    <a:bodyPr/>
                    <a:lstStyle/>
                    <a:p>
                      <a:pPr>
                        <a:buNone/>
                      </a:pPr>
                      <a:r>
                        <a:rPr lang="en-IN" sz="1400" dirty="0"/>
                        <a:t>8000</a:t>
                      </a:r>
                    </a:p>
                  </a:txBody>
                  <a:tcPr marL="71841" marR="71841" marT="35920" marB="35920" anchor="ctr"/>
                </a:tc>
                <a:tc>
                  <a:txBody>
                    <a:bodyPr/>
                    <a:lstStyle/>
                    <a:p>
                      <a:pPr>
                        <a:buNone/>
                      </a:pPr>
                      <a:r>
                        <a:rPr lang="en-IN" sz="1400" dirty="0"/>
                        <a:t>1</a:t>
                      </a:r>
                    </a:p>
                  </a:txBody>
                  <a:tcPr marL="71841" marR="71841" marT="35920" marB="35920" anchor="ctr"/>
                </a:tc>
                <a:extLst>
                  <a:ext uri="{0D108BD9-81ED-4DB2-BD59-A6C34878D82A}">
                    <a16:rowId xmlns:a16="http://schemas.microsoft.com/office/drawing/2014/main" val="3341834879"/>
                  </a:ext>
                </a:extLst>
              </a:tr>
            </a:tbl>
          </a:graphicData>
        </a:graphic>
      </p:graphicFrame>
      <p:sp>
        <p:nvSpPr>
          <p:cNvPr id="2" name="TextBox 1">
            <a:extLst>
              <a:ext uri="{FF2B5EF4-FFF2-40B4-BE49-F238E27FC236}">
                <a16:creationId xmlns:a16="http://schemas.microsoft.com/office/drawing/2014/main" id="{FAC1A956-5E2A-77E1-889D-0AC3B89273D4}"/>
              </a:ext>
            </a:extLst>
          </p:cNvPr>
          <p:cNvSpPr txBox="1"/>
          <p:nvPr/>
        </p:nvSpPr>
        <p:spPr>
          <a:xfrm>
            <a:off x="3244645" y="639097"/>
            <a:ext cx="4311886" cy="461665"/>
          </a:xfrm>
          <a:prstGeom prst="rect">
            <a:avLst/>
          </a:prstGeom>
          <a:noFill/>
        </p:spPr>
        <p:txBody>
          <a:bodyPr wrap="none" rtlCol="0">
            <a:spAutoFit/>
          </a:bodyPr>
          <a:lstStyle/>
          <a:p>
            <a:r>
              <a:rPr lang="en-IN" sz="2400" b="1" dirty="0">
                <a:solidFill>
                  <a:schemeClr val="accent1">
                    <a:lumMod val="50000"/>
                  </a:schemeClr>
                </a:solidFill>
              </a:rPr>
              <a:t>CONVERSION FROM 1NF TO 2NF</a:t>
            </a:r>
          </a:p>
        </p:txBody>
      </p:sp>
    </p:spTree>
    <p:extLst>
      <p:ext uri="{BB962C8B-B14F-4D97-AF65-F5344CB8AC3E}">
        <p14:creationId xmlns:p14="http://schemas.microsoft.com/office/powerpoint/2010/main" val="4169931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6D1852E0-F97D-F3B5-292C-6C9A34FA0215}"/>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
        <p:nvSpPr>
          <p:cNvPr id="5" name="TextBox 4">
            <a:extLst>
              <a:ext uri="{FF2B5EF4-FFF2-40B4-BE49-F238E27FC236}">
                <a16:creationId xmlns:a16="http://schemas.microsoft.com/office/drawing/2014/main" id="{7A30B59D-726E-1B83-F5BE-BAF39C866E48}"/>
              </a:ext>
            </a:extLst>
          </p:cNvPr>
          <p:cNvSpPr txBox="1"/>
          <p:nvPr/>
        </p:nvSpPr>
        <p:spPr>
          <a:xfrm>
            <a:off x="2379133" y="499618"/>
            <a:ext cx="6096000" cy="507831"/>
          </a:xfrm>
          <a:prstGeom prst="rect">
            <a:avLst/>
          </a:prstGeom>
          <a:noFill/>
        </p:spPr>
        <p:txBody>
          <a:bodyPr wrap="square">
            <a:spAutoFit/>
          </a:bodyPr>
          <a:lstStyle/>
          <a:p>
            <a:pPr algn="ctr"/>
            <a:r>
              <a:rPr lang="en-US" sz="2700" b="1" dirty="0">
                <a:solidFill>
                  <a:srgbClr val="1E3A8A"/>
                </a:solidFill>
                <a:latin typeface="Poppins"/>
              </a:rPr>
              <a:t>3NF</a:t>
            </a:r>
            <a:endParaRPr lang="en-IN" dirty="0"/>
          </a:p>
        </p:txBody>
      </p:sp>
      <p:sp>
        <p:nvSpPr>
          <p:cNvPr id="7" name="TextBox 6">
            <a:extLst>
              <a:ext uri="{FF2B5EF4-FFF2-40B4-BE49-F238E27FC236}">
                <a16:creationId xmlns:a16="http://schemas.microsoft.com/office/drawing/2014/main" id="{15440EA1-7322-4276-6603-C0E4094E374A}"/>
              </a:ext>
            </a:extLst>
          </p:cNvPr>
          <p:cNvSpPr txBox="1"/>
          <p:nvPr/>
        </p:nvSpPr>
        <p:spPr>
          <a:xfrm>
            <a:off x="753534" y="1331879"/>
            <a:ext cx="8700242" cy="3970318"/>
          </a:xfrm>
          <a:prstGeom prst="rect">
            <a:avLst/>
          </a:prstGeom>
          <a:noFill/>
        </p:spPr>
        <p:txBody>
          <a:bodyPr wrap="square">
            <a:spAutoFit/>
          </a:bodyPr>
          <a:lstStyle/>
          <a:p>
            <a:r>
              <a:rPr lang="en-IN" dirty="0"/>
              <a:t>3NF (Third Normal Form) is a table that is in 2NF and has no transitive dependency.</a:t>
            </a:r>
          </a:p>
          <a:p>
            <a:endParaRPr lang="en-IN" dirty="0"/>
          </a:p>
          <a:p>
            <a:r>
              <a:rPr lang="en-IN" dirty="0"/>
              <a:t>In our 2NF tables, some details still depended on other non-key attributes:</a:t>
            </a:r>
          </a:p>
          <a:p>
            <a:endParaRPr lang="en-IN" dirty="0"/>
          </a:p>
          <a:p>
            <a:r>
              <a:rPr lang="en-IN" dirty="0"/>
              <a:t>CUSTOMER_NAME, CUSTOMER_EMAIL, and PAYMENT depend on U_ID.</a:t>
            </a:r>
          </a:p>
          <a:p>
            <a:r>
              <a:rPr lang="en-IN" dirty="0"/>
              <a:t>PRODUCT_NAME and PRODUCT_PRICE depend on PRODUCT_ID.</a:t>
            </a:r>
          </a:p>
          <a:p>
            <a:endParaRPr lang="en-IN" dirty="0"/>
          </a:p>
          <a:p>
            <a:r>
              <a:rPr lang="en-IN" dirty="0"/>
              <a:t>To remove these transitive dependencies, we keep:</a:t>
            </a:r>
          </a:p>
          <a:p>
            <a:endParaRPr lang="en-IN" dirty="0"/>
          </a:p>
          <a:p>
            <a:r>
              <a:rPr lang="en-IN" dirty="0"/>
              <a:t>Customer details in the Users table.</a:t>
            </a:r>
          </a:p>
          <a:p>
            <a:r>
              <a:rPr lang="en-IN" dirty="0"/>
              <a:t>Product details in the Product table.</a:t>
            </a:r>
          </a:p>
          <a:p>
            <a:r>
              <a:rPr lang="en-IN" dirty="0"/>
              <a:t>Only U_ID and PRODUCT_ID are stored in the order-related tables.</a:t>
            </a:r>
          </a:p>
          <a:p>
            <a:endParaRPr lang="en-IN" dirty="0"/>
          </a:p>
          <a:p>
            <a:r>
              <a:rPr lang="en-IN" dirty="0"/>
              <a:t>Therefore, the tables satisfy 3NF.</a:t>
            </a:r>
          </a:p>
        </p:txBody>
      </p:sp>
    </p:spTree>
    <p:extLst>
      <p:ext uri="{BB962C8B-B14F-4D97-AF65-F5344CB8AC3E}">
        <p14:creationId xmlns:p14="http://schemas.microsoft.com/office/powerpoint/2010/main" val="2076995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8">
            <a:extLst>
              <a:ext uri="{FF2B5EF4-FFF2-40B4-BE49-F238E27FC236}">
                <a16:creationId xmlns:a16="http://schemas.microsoft.com/office/drawing/2014/main" id="{B546B67B-AB74-38C8-9121-23C94BBC8E01}"/>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
        <p:nvSpPr>
          <p:cNvPr id="2" name="TextBox 1">
            <a:extLst>
              <a:ext uri="{FF2B5EF4-FFF2-40B4-BE49-F238E27FC236}">
                <a16:creationId xmlns:a16="http://schemas.microsoft.com/office/drawing/2014/main" id="{26317BD9-4007-472A-974A-8044DF271EE1}"/>
              </a:ext>
            </a:extLst>
          </p:cNvPr>
          <p:cNvSpPr txBox="1"/>
          <p:nvPr/>
        </p:nvSpPr>
        <p:spPr>
          <a:xfrm>
            <a:off x="3431458" y="275303"/>
            <a:ext cx="4311886" cy="461665"/>
          </a:xfrm>
          <a:prstGeom prst="rect">
            <a:avLst/>
          </a:prstGeom>
          <a:noFill/>
        </p:spPr>
        <p:txBody>
          <a:bodyPr wrap="none" rtlCol="0">
            <a:spAutoFit/>
          </a:bodyPr>
          <a:lstStyle/>
          <a:p>
            <a:r>
              <a:rPr lang="en-IN" sz="2400" b="1" dirty="0">
                <a:solidFill>
                  <a:schemeClr val="accent1">
                    <a:lumMod val="50000"/>
                  </a:schemeClr>
                </a:solidFill>
              </a:rPr>
              <a:t>CONVERSION FROM 2NF TO 3NF</a:t>
            </a:r>
          </a:p>
        </p:txBody>
      </p:sp>
      <p:sp>
        <p:nvSpPr>
          <p:cNvPr id="3" name="TextBox 2">
            <a:extLst>
              <a:ext uri="{FF2B5EF4-FFF2-40B4-BE49-F238E27FC236}">
                <a16:creationId xmlns:a16="http://schemas.microsoft.com/office/drawing/2014/main" id="{9CCC1E71-FF19-F4F2-38E7-C458AF11BEF5}"/>
              </a:ext>
            </a:extLst>
          </p:cNvPr>
          <p:cNvSpPr txBox="1"/>
          <p:nvPr/>
        </p:nvSpPr>
        <p:spPr>
          <a:xfrm>
            <a:off x="670983" y="654184"/>
            <a:ext cx="5394041" cy="923330"/>
          </a:xfrm>
          <a:prstGeom prst="rect">
            <a:avLst/>
          </a:prstGeom>
          <a:noFill/>
        </p:spPr>
        <p:txBody>
          <a:bodyPr wrap="none" rtlCol="0">
            <a:spAutoFit/>
          </a:bodyPr>
          <a:lstStyle/>
          <a:p>
            <a:r>
              <a:rPr lang="en-US" dirty="0"/>
              <a:t>Functional Dependencies:</a:t>
            </a:r>
          </a:p>
          <a:p>
            <a:r>
              <a:rPr lang="en-US" dirty="0"/>
              <a:t>1. ORDER_NO → U_ID, ORDER_DATE, ORDER_AMOUNT</a:t>
            </a:r>
          </a:p>
          <a:p>
            <a:r>
              <a:rPr lang="en-US" dirty="0"/>
              <a:t>2. (ORDER_NO, PRODUCT_ID) → QUANTITY</a:t>
            </a:r>
            <a:endParaRPr lang="en-IN" dirty="0"/>
          </a:p>
        </p:txBody>
      </p:sp>
      <p:pic>
        <p:nvPicPr>
          <p:cNvPr id="9" name="Picture 8">
            <a:extLst>
              <a:ext uri="{FF2B5EF4-FFF2-40B4-BE49-F238E27FC236}">
                <a16:creationId xmlns:a16="http://schemas.microsoft.com/office/drawing/2014/main" id="{60DA4DD6-6DFF-93E1-43B2-C4BC3B95D2DF}"/>
              </a:ext>
            </a:extLst>
          </p:cNvPr>
          <p:cNvPicPr>
            <a:picLocks noChangeAspect="1"/>
          </p:cNvPicPr>
          <p:nvPr/>
        </p:nvPicPr>
        <p:blipFill>
          <a:blip r:embed="rId3"/>
          <a:stretch>
            <a:fillRect/>
          </a:stretch>
        </p:blipFill>
        <p:spPr>
          <a:xfrm>
            <a:off x="122644" y="2231063"/>
            <a:ext cx="5826048" cy="3796111"/>
          </a:xfrm>
          <a:prstGeom prst="rect">
            <a:avLst/>
          </a:prstGeom>
        </p:spPr>
      </p:pic>
      <p:sp>
        <p:nvSpPr>
          <p:cNvPr id="10" name="TextBox 9">
            <a:extLst>
              <a:ext uri="{FF2B5EF4-FFF2-40B4-BE49-F238E27FC236}">
                <a16:creationId xmlns:a16="http://schemas.microsoft.com/office/drawing/2014/main" id="{649ABAF1-8BE1-9E18-C9A6-48FDEE6DE7D0}"/>
              </a:ext>
            </a:extLst>
          </p:cNvPr>
          <p:cNvSpPr txBox="1"/>
          <p:nvPr/>
        </p:nvSpPr>
        <p:spPr>
          <a:xfrm>
            <a:off x="122644" y="6096000"/>
            <a:ext cx="1882567" cy="369332"/>
          </a:xfrm>
          <a:prstGeom prst="rect">
            <a:avLst/>
          </a:prstGeom>
          <a:noFill/>
        </p:spPr>
        <p:txBody>
          <a:bodyPr wrap="none" rtlCol="0">
            <a:spAutoFit/>
          </a:bodyPr>
          <a:lstStyle/>
          <a:p>
            <a:r>
              <a:rPr lang="en-IN" dirty="0"/>
              <a:t>Primary Key: U_ID</a:t>
            </a:r>
          </a:p>
        </p:txBody>
      </p:sp>
      <p:pic>
        <p:nvPicPr>
          <p:cNvPr id="12" name="Picture 11">
            <a:extLst>
              <a:ext uri="{FF2B5EF4-FFF2-40B4-BE49-F238E27FC236}">
                <a16:creationId xmlns:a16="http://schemas.microsoft.com/office/drawing/2014/main" id="{58E6DCA7-B49C-59F7-304C-7410D880B34E}"/>
              </a:ext>
            </a:extLst>
          </p:cNvPr>
          <p:cNvPicPr>
            <a:picLocks noChangeAspect="1"/>
          </p:cNvPicPr>
          <p:nvPr/>
        </p:nvPicPr>
        <p:blipFill>
          <a:blip r:embed="rId4"/>
          <a:stretch>
            <a:fillRect/>
          </a:stretch>
        </p:blipFill>
        <p:spPr>
          <a:xfrm>
            <a:off x="6387304" y="2205629"/>
            <a:ext cx="5431070" cy="3855957"/>
          </a:xfrm>
          <a:prstGeom prst="rect">
            <a:avLst/>
          </a:prstGeom>
        </p:spPr>
      </p:pic>
      <p:sp>
        <p:nvSpPr>
          <p:cNvPr id="14" name="TextBox 13">
            <a:extLst>
              <a:ext uri="{FF2B5EF4-FFF2-40B4-BE49-F238E27FC236}">
                <a16:creationId xmlns:a16="http://schemas.microsoft.com/office/drawing/2014/main" id="{FBB6D2C0-590A-A7BC-CE06-4FAB564E6BF3}"/>
              </a:ext>
            </a:extLst>
          </p:cNvPr>
          <p:cNvSpPr txBox="1"/>
          <p:nvPr/>
        </p:nvSpPr>
        <p:spPr>
          <a:xfrm>
            <a:off x="6405775" y="5911334"/>
            <a:ext cx="6096000" cy="646331"/>
          </a:xfrm>
          <a:prstGeom prst="rect">
            <a:avLst/>
          </a:prstGeom>
          <a:noFill/>
        </p:spPr>
        <p:txBody>
          <a:bodyPr wrap="square">
            <a:spAutoFit/>
          </a:bodyPr>
          <a:lstStyle/>
          <a:p>
            <a:r>
              <a:rPr lang="en-IN" dirty="0"/>
              <a:t>Primary Key: ORDER_NO</a:t>
            </a:r>
          </a:p>
          <a:p>
            <a:r>
              <a:rPr lang="en-IN" dirty="0"/>
              <a:t>Foreign Key: U_ID → CUSTOMER(U_ID)</a:t>
            </a:r>
          </a:p>
        </p:txBody>
      </p:sp>
    </p:spTree>
    <p:extLst>
      <p:ext uri="{BB962C8B-B14F-4D97-AF65-F5344CB8AC3E}">
        <p14:creationId xmlns:p14="http://schemas.microsoft.com/office/powerpoint/2010/main" val="1424517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D90F1-DC5E-6332-6044-EC42BC113693}"/>
              </a:ext>
            </a:extLst>
          </p:cNvPr>
          <p:cNvSpPr txBox="1"/>
          <p:nvPr/>
        </p:nvSpPr>
        <p:spPr>
          <a:xfrm>
            <a:off x="3283974" y="314632"/>
            <a:ext cx="5009641" cy="523220"/>
          </a:xfrm>
          <a:prstGeom prst="rect">
            <a:avLst/>
          </a:prstGeom>
          <a:noFill/>
        </p:spPr>
        <p:txBody>
          <a:bodyPr wrap="none" rtlCol="0">
            <a:spAutoFit/>
          </a:bodyPr>
          <a:lstStyle/>
          <a:p>
            <a:r>
              <a:rPr lang="en-IN" sz="2800" b="1" dirty="0">
                <a:solidFill>
                  <a:srgbClr val="002060"/>
                </a:solidFill>
              </a:rPr>
              <a:t>CONVERSION FROM 2NF TO 3NF</a:t>
            </a:r>
          </a:p>
        </p:txBody>
      </p:sp>
      <p:pic>
        <p:nvPicPr>
          <p:cNvPr id="4" name="Picture 8">
            <a:extLst>
              <a:ext uri="{FF2B5EF4-FFF2-40B4-BE49-F238E27FC236}">
                <a16:creationId xmlns:a16="http://schemas.microsoft.com/office/drawing/2014/main" id="{5166ADC8-37A0-CBAA-B8DE-AC6167C771DE}"/>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pic>
        <p:nvPicPr>
          <p:cNvPr id="6" name="Picture 5">
            <a:extLst>
              <a:ext uri="{FF2B5EF4-FFF2-40B4-BE49-F238E27FC236}">
                <a16:creationId xmlns:a16="http://schemas.microsoft.com/office/drawing/2014/main" id="{00923334-D287-308A-A26C-C19DDF986AE5}"/>
              </a:ext>
            </a:extLst>
          </p:cNvPr>
          <p:cNvPicPr>
            <a:picLocks noChangeAspect="1"/>
          </p:cNvPicPr>
          <p:nvPr/>
        </p:nvPicPr>
        <p:blipFill>
          <a:blip r:embed="rId3"/>
          <a:stretch>
            <a:fillRect/>
          </a:stretch>
        </p:blipFill>
        <p:spPr>
          <a:xfrm>
            <a:off x="390040" y="1574204"/>
            <a:ext cx="5195370" cy="3813390"/>
          </a:xfrm>
          <a:prstGeom prst="rect">
            <a:avLst/>
          </a:prstGeom>
        </p:spPr>
      </p:pic>
      <p:sp>
        <p:nvSpPr>
          <p:cNvPr id="8" name="TextBox 7">
            <a:extLst>
              <a:ext uri="{FF2B5EF4-FFF2-40B4-BE49-F238E27FC236}">
                <a16:creationId xmlns:a16="http://schemas.microsoft.com/office/drawing/2014/main" id="{0B1D29E2-C5D4-90F8-2384-41D68A110F18}"/>
              </a:ext>
            </a:extLst>
          </p:cNvPr>
          <p:cNvSpPr txBox="1"/>
          <p:nvPr/>
        </p:nvSpPr>
        <p:spPr>
          <a:xfrm>
            <a:off x="390040" y="5842508"/>
            <a:ext cx="2677625" cy="369332"/>
          </a:xfrm>
          <a:prstGeom prst="rect">
            <a:avLst/>
          </a:prstGeom>
          <a:noFill/>
        </p:spPr>
        <p:txBody>
          <a:bodyPr wrap="square">
            <a:spAutoFit/>
          </a:bodyPr>
          <a:lstStyle/>
          <a:p>
            <a:r>
              <a:rPr lang="en-IN" dirty="0"/>
              <a:t>Primary Key: PRODUCT_ID</a:t>
            </a:r>
          </a:p>
        </p:txBody>
      </p:sp>
      <p:pic>
        <p:nvPicPr>
          <p:cNvPr id="10" name="Picture 9">
            <a:extLst>
              <a:ext uri="{FF2B5EF4-FFF2-40B4-BE49-F238E27FC236}">
                <a16:creationId xmlns:a16="http://schemas.microsoft.com/office/drawing/2014/main" id="{44C399FC-A0C4-C838-5605-42307B3E19E2}"/>
              </a:ext>
            </a:extLst>
          </p:cNvPr>
          <p:cNvPicPr>
            <a:picLocks noChangeAspect="1"/>
          </p:cNvPicPr>
          <p:nvPr/>
        </p:nvPicPr>
        <p:blipFill>
          <a:blip r:embed="rId4"/>
          <a:stretch>
            <a:fillRect/>
          </a:stretch>
        </p:blipFill>
        <p:spPr>
          <a:xfrm>
            <a:off x="6961238" y="1619973"/>
            <a:ext cx="4532671" cy="3767621"/>
          </a:xfrm>
          <a:prstGeom prst="rect">
            <a:avLst/>
          </a:prstGeom>
        </p:spPr>
      </p:pic>
      <p:sp>
        <p:nvSpPr>
          <p:cNvPr id="12" name="TextBox 11">
            <a:extLst>
              <a:ext uri="{FF2B5EF4-FFF2-40B4-BE49-F238E27FC236}">
                <a16:creationId xmlns:a16="http://schemas.microsoft.com/office/drawing/2014/main" id="{FEDD18BA-1484-F438-CC44-1B3E6852F632}"/>
              </a:ext>
            </a:extLst>
          </p:cNvPr>
          <p:cNvSpPr txBox="1"/>
          <p:nvPr/>
        </p:nvSpPr>
        <p:spPr>
          <a:xfrm>
            <a:off x="5899355" y="5620038"/>
            <a:ext cx="6096000" cy="923330"/>
          </a:xfrm>
          <a:prstGeom prst="rect">
            <a:avLst/>
          </a:prstGeom>
          <a:noFill/>
        </p:spPr>
        <p:txBody>
          <a:bodyPr wrap="square">
            <a:spAutoFit/>
          </a:bodyPr>
          <a:lstStyle/>
          <a:p>
            <a:r>
              <a:rPr lang="en-IN" dirty="0"/>
              <a:t>Primary Key: (ORDER_NO, PRODUCT_ID)</a:t>
            </a:r>
          </a:p>
          <a:p>
            <a:r>
              <a:rPr lang="en-IN" dirty="0"/>
              <a:t>Foreign </a:t>
            </a:r>
            <a:r>
              <a:rPr lang="en-IN" dirty="0" err="1"/>
              <a:t>keys:ORDER_NO</a:t>
            </a:r>
            <a:r>
              <a:rPr lang="en-IN" dirty="0"/>
              <a:t>  → ORDERS(ORDER_NO)PRODUCT_ID → PRODUCT(PRODUCT_ID)</a:t>
            </a:r>
          </a:p>
        </p:txBody>
      </p:sp>
    </p:spTree>
    <p:extLst>
      <p:ext uri="{BB962C8B-B14F-4D97-AF65-F5344CB8AC3E}">
        <p14:creationId xmlns:p14="http://schemas.microsoft.com/office/powerpoint/2010/main" val="3720693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01B3CF-A615-A167-6BF9-740F27BC1B50}"/>
              </a:ext>
            </a:extLst>
          </p:cNvPr>
          <p:cNvSpPr txBox="1"/>
          <p:nvPr/>
        </p:nvSpPr>
        <p:spPr>
          <a:xfrm>
            <a:off x="1101213" y="1265928"/>
            <a:ext cx="6096000" cy="5078313"/>
          </a:xfrm>
          <a:prstGeom prst="rect">
            <a:avLst/>
          </a:prstGeom>
          <a:noFill/>
        </p:spPr>
        <p:txBody>
          <a:bodyPr wrap="square">
            <a:spAutoFit/>
          </a:bodyPr>
          <a:lstStyle/>
          <a:p>
            <a:pPr>
              <a:buNone/>
            </a:pPr>
            <a:r>
              <a:rPr lang="en-IN" b="1" dirty="0"/>
              <a:t>Advantages</a:t>
            </a:r>
          </a:p>
          <a:p>
            <a:pPr marL="342900" lvl="0" indent="-342900">
              <a:buFont typeface="Arial" panose="020B0604020202020204" pitchFamily="34" charset="0"/>
              <a:buChar char="•"/>
            </a:pPr>
            <a:r>
              <a:rPr lang="en-IN" dirty="0"/>
              <a:t>Reduces data redundancy</a:t>
            </a:r>
          </a:p>
          <a:p>
            <a:pPr marL="342900" lvl="0" indent="-342900">
              <a:buFont typeface="Arial" panose="020B0604020202020204" pitchFamily="34" charset="0"/>
              <a:buChar char="•"/>
            </a:pPr>
            <a:r>
              <a:rPr lang="en-IN" dirty="0"/>
              <a:t>Maintains data consistency and integrity</a:t>
            </a:r>
          </a:p>
          <a:p>
            <a:pPr marL="342900" lvl="0" indent="-342900">
              <a:buFont typeface="Arial" panose="020B0604020202020204" pitchFamily="34" charset="0"/>
              <a:buChar char="•"/>
            </a:pPr>
            <a:r>
              <a:rPr lang="en-IN" dirty="0"/>
              <a:t>Provides easy data management</a:t>
            </a:r>
          </a:p>
          <a:p>
            <a:pPr marL="342900" lvl="0" indent="-342900">
              <a:buFont typeface="Arial" panose="020B0604020202020204" pitchFamily="34" charset="0"/>
              <a:buChar char="•"/>
            </a:pPr>
            <a:r>
              <a:rPr lang="en-IN" dirty="0"/>
              <a:t>Improves order and product tracking</a:t>
            </a:r>
          </a:p>
          <a:p>
            <a:pPr marL="342900" lvl="0" indent="-342900">
              <a:buFont typeface="Arial" panose="020B0604020202020204" pitchFamily="34" charset="0"/>
              <a:buChar char="•"/>
            </a:pPr>
            <a:r>
              <a:rPr lang="en-IN" dirty="0"/>
              <a:t>Enables fast data retrieval using SQL queries</a:t>
            </a:r>
          </a:p>
          <a:p>
            <a:pPr marL="342900" lvl="0" indent="-342900">
              <a:buFont typeface="Arial" panose="020B0604020202020204" pitchFamily="34" charset="0"/>
              <a:buChar char="•"/>
            </a:pPr>
            <a:r>
              <a:rPr lang="en-IN" dirty="0"/>
              <a:t>Organizes customer, product, and order information efficiently</a:t>
            </a:r>
          </a:p>
          <a:p>
            <a:pPr marL="342900" lvl="0" indent="-342900">
              <a:buFont typeface="Arial" panose="020B0604020202020204" pitchFamily="34" charset="0"/>
              <a:buChar char="•"/>
            </a:pPr>
            <a:r>
              <a:rPr lang="en-IN" dirty="0"/>
              <a:t>Supports secure and reliable database operations</a:t>
            </a:r>
          </a:p>
          <a:p>
            <a:pPr>
              <a:buNone/>
            </a:pPr>
            <a:r>
              <a:rPr lang="en-IN" b="1" dirty="0"/>
              <a:t>Future Scope</a:t>
            </a:r>
          </a:p>
          <a:p>
            <a:pPr marL="342900" lvl="0" indent="-342900">
              <a:buFont typeface="Arial" panose="020B0604020202020204" pitchFamily="34" charset="0"/>
              <a:buChar char="•"/>
            </a:pPr>
            <a:r>
              <a:rPr lang="en-IN" dirty="0"/>
              <a:t>Develop a complete web or mobile application</a:t>
            </a:r>
          </a:p>
          <a:p>
            <a:pPr marL="342900" lvl="0" indent="-342900">
              <a:buFont typeface="Arial" panose="020B0604020202020204" pitchFamily="34" charset="0"/>
              <a:buChar char="•"/>
            </a:pPr>
            <a:r>
              <a:rPr lang="en-IN" dirty="0"/>
              <a:t>Add online payment gateway integration</a:t>
            </a:r>
          </a:p>
          <a:p>
            <a:pPr marL="342900" lvl="0" indent="-342900">
              <a:buFont typeface="Arial" panose="020B0604020202020204" pitchFamily="34" charset="0"/>
              <a:buChar char="•"/>
            </a:pPr>
            <a:r>
              <a:rPr lang="en-IN" dirty="0"/>
              <a:t>Implement real-time order tracking</a:t>
            </a:r>
          </a:p>
          <a:p>
            <a:pPr marL="342900" lvl="0" indent="-342900">
              <a:buFont typeface="Arial" panose="020B0604020202020204" pitchFamily="34" charset="0"/>
              <a:buChar char="•"/>
            </a:pPr>
            <a:r>
              <a:rPr lang="en-IN" dirty="0"/>
              <a:t>Add product recommendation features</a:t>
            </a:r>
          </a:p>
          <a:p>
            <a:pPr marL="342900" lvl="0" indent="-342900">
              <a:buFont typeface="Arial" panose="020B0604020202020204" pitchFamily="34" charset="0"/>
              <a:buChar char="•"/>
            </a:pPr>
            <a:r>
              <a:rPr lang="en-IN" dirty="0"/>
              <a:t>Provide sales and customer analytics</a:t>
            </a:r>
          </a:p>
          <a:p>
            <a:pPr marL="342900" lvl="0" indent="-342900">
              <a:buFont typeface="Arial" panose="020B0604020202020204" pitchFamily="34" charset="0"/>
              <a:buChar char="•"/>
            </a:pPr>
            <a:r>
              <a:rPr lang="en-IN" dirty="0"/>
              <a:t>Add notifications for order updates</a:t>
            </a:r>
          </a:p>
          <a:p>
            <a:pPr marL="342900" lvl="0" indent="-342900">
              <a:buFont typeface="Arial" panose="020B0604020202020204" pitchFamily="34" charset="0"/>
              <a:buChar char="•"/>
            </a:pPr>
            <a:r>
              <a:rPr lang="en-IN" dirty="0"/>
              <a:t>Improve database security and user authentication</a:t>
            </a:r>
          </a:p>
          <a:p>
            <a:pPr marL="342900" lvl="0" indent="-342900">
              <a:buFont typeface="Arial" panose="020B0604020202020204" pitchFamily="34" charset="0"/>
              <a:buChar char="•"/>
            </a:pPr>
            <a:r>
              <a:rPr lang="en-IN" dirty="0"/>
              <a:t>Support multiple vendors and delivery partners</a:t>
            </a:r>
          </a:p>
        </p:txBody>
      </p:sp>
      <p:sp>
        <p:nvSpPr>
          <p:cNvPr id="4" name="TextBox 3">
            <a:extLst>
              <a:ext uri="{FF2B5EF4-FFF2-40B4-BE49-F238E27FC236}">
                <a16:creationId xmlns:a16="http://schemas.microsoft.com/office/drawing/2014/main" id="{40E1B00E-80D0-DBA7-03CA-9D80D385E2CD}"/>
              </a:ext>
            </a:extLst>
          </p:cNvPr>
          <p:cNvSpPr txBox="1"/>
          <p:nvPr/>
        </p:nvSpPr>
        <p:spPr>
          <a:xfrm>
            <a:off x="2898285" y="363793"/>
            <a:ext cx="5284845" cy="523220"/>
          </a:xfrm>
          <a:prstGeom prst="rect">
            <a:avLst/>
          </a:prstGeom>
          <a:noFill/>
        </p:spPr>
        <p:txBody>
          <a:bodyPr wrap="none" rtlCol="0">
            <a:spAutoFit/>
          </a:bodyPr>
          <a:lstStyle/>
          <a:p>
            <a:pPr algn="ctr"/>
            <a:r>
              <a:rPr lang="en-IN" sz="2800" b="1" dirty="0">
                <a:solidFill>
                  <a:schemeClr val="accent1">
                    <a:lumMod val="50000"/>
                  </a:schemeClr>
                </a:solidFill>
              </a:rPr>
              <a:t>ADVANTAGES AND FUTURE SCOPE</a:t>
            </a:r>
          </a:p>
        </p:txBody>
      </p:sp>
      <p:pic>
        <p:nvPicPr>
          <p:cNvPr id="6" name="Picture 8">
            <a:extLst>
              <a:ext uri="{FF2B5EF4-FFF2-40B4-BE49-F238E27FC236}">
                <a16:creationId xmlns:a16="http://schemas.microsoft.com/office/drawing/2014/main" id="{0D36988D-394D-8022-BCB2-FAF2E1A2E2AC}"/>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2532739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8746D8-51BB-4ED3-58FF-2E9B52537D91}"/>
              </a:ext>
            </a:extLst>
          </p:cNvPr>
          <p:cNvSpPr txBox="1"/>
          <p:nvPr/>
        </p:nvSpPr>
        <p:spPr>
          <a:xfrm>
            <a:off x="3709081" y="540774"/>
            <a:ext cx="2165786" cy="523220"/>
          </a:xfrm>
          <a:prstGeom prst="rect">
            <a:avLst/>
          </a:prstGeom>
          <a:noFill/>
        </p:spPr>
        <p:txBody>
          <a:bodyPr wrap="none" rtlCol="0">
            <a:spAutoFit/>
          </a:bodyPr>
          <a:lstStyle/>
          <a:p>
            <a:pPr algn="ctr"/>
            <a:r>
              <a:rPr lang="en-IN" sz="2800" b="1" dirty="0">
                <a:solidFill>
                  <a:schemeClr val="accent1">
                    <a:lumMod val="50000"/>
                  </a:schemeClr>
                </a:solidFill>
              </a:rPr>
              <a:t>CONCLUSION</a:t>
            </a:r>
          </a:p>
        </p:txBody>
      </p:sp>
      <p:sp>
        <p:nvSpPr>
          <p:cNvPr id="4" name="TextBox 3">
            <a:extLst>
              <a:ext uri="{FF2B5EF4-FFF2-40B4-BE49-F238E27FC236}">
                <a16:creationId xmlns:a16="http://schemas.microsoft.com/office/drawing/2014/main" id="{02645526-4FEE-4524-0E4A-5895EDBDC17B}"/>
              </a:ext>
            </a:extLst>
          </p:cNvPr>
          <p:cNvSpPr txBox="1"/>
          <p:nvPr/>
        </p:nvSpPr>
        <p:spPr>
          <a:xfrm>
            <a:off x="1179870" y="2255936"/>
            <a:ext cx="7973961" cy="3416320"/>
          </a:xfrm>
          <a:prstGeom prst="rect">
            <a:avLst/>
          </a:prstGeom>
          <a:noFill/>
        </p:spPr>
        <p:txBody>
          <a:bodyPr wrap="square">
            <a:spAutoFit/>
          </a:bodyPr>
          <a:lstStyle/>
          <a:p>
            <a:pPr>
              <a:buNone/>
            </a:pPr>
            <a:r>
              <a:rPr lang="en-IN" sz="2400" dirty="0"/>
              <a:t>The Online Shopping System successfully provides a structured database for managing customers, employees, products, categories, orders, carts, and order tracking. Primary keys and foreign keys maintain data integrity and relationships between tables. SQL queries help retrieve and manage information efficiently. Normalization up to 3NF reduces data redundancy and avoids data anomalies. Overall, the project provides an organized and efficient database solution for online shopping management.</a:t>
            </a:r>
          </a:p>
        </p:txBody>
      </p:sp>
      <p:pic>
        <p:nvPicPr>
          <p:cNvPr id="6" name="Picture 8">
            <a:extLst>
              <a:ext uri="{FF2B5EF4-FFF2-40B4-BE49-F238E27FC236}">
                <a16:creationId xmlns:a16="http://schemas.microsoft.com/office/drawing/2014/main" id="{7D7364D5-222A-B3A8-5951-C1384EE65C55}"/>
              </a:ext>
            </a:extLst>
          </p:cNvPr>
          <p:cNvPicPr>
            <a:picLocks noChangeAspect="1"/>
          </p:cNvPicPr>
          <p:nvPr/>
        </p:nvPicPr>
        <p:blipFill>
          <a:blip r:embed="rId2"/>
          <a:stretch>
            <a:fillRect/>
          </a:stretch>
        </p:blipFill>
        <p:spPr>
          <a:xfrm>
            <a:off x="9453775" y="106615"/>
            <a:ext cx="2611225" cy="1095138"/>
          </a:xfrm>
          <a:prstGeom prst="rect">
            <a:avLst/>
          </a:prstGeom>
          <a:noFill/>
          <a:ln cap="flat">
            <a:noFill/>
          </a:ln>
          <a:effectLst>
            <a:outerShdw dist="22997" dir="5400000" algn="tl">
              <a:srgbClr val="000000">
                <a:alpha val="35000"/>
              </a:srgbClr>
            </a:outerShdw>
          </a:effectLst>
        </p:spPr>
      </p:pic>
    </p:spTree>
    <p:extLst>
      <p:ext uri="{BB962C8B-B14F-4D97-AF65-F5344CB8AC3E}">
        <p14:creationId xmlns:p14="http://schemas.microsoft.com/office/powerpoint/2010/main" val="3215562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10">
    <p:bg>
      <p:bgPr>
        <a:solidFill>
          <a:srgbClr val="FFFFFF"/>
        </a:solidFill>
        <a:effectLst/>
      </p:bgPr>
    </p:bg>
    <p:spTree>
      <p:nvGrpSpPr>
        <p:cNvPr id="1" name=""/>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05D4C78F-C029-0F2C-B63D-218BD97FE742}"/>
              </a:ext>
            </a:extLst>
          </p:cNvPr>
          <p:cNvPicPr>
            <a:picLocks noChangeAspect="1"/>
          </p:cNvPicPr>
          <p:nvPr/>
        </p:nvPicPr>
        <p:blipFill>
          <a:blip r:embed="rId2"/>
          <a:stretch>
            <a:fillRect/>
          </a:stretch>
        </p:blipFill>
        <p:spPr>
          <a:xfrm>
            <a:off x="0" y="80960"/>
            <a:ext cx="12191996" cy="6858000"/>
          </a:xfrm>
          <a:prstGeom prst="rect">
            <a:avLst/>
          </a:prstGeom>
          <a:noFill/>
          <a:ln cap="flat">
            <a:noFill/>
          </a:ln>
          <a:effectLst>
            <a:outerShdw dist="22997" dir="5400000" algn="tl">
              <a:srgbClr val="000000">
                <a:alpha val="35000"/>
              </a:srgbClr>
            </a:outerShdw>
          </a:effectLst>
        </p:spPr>
      </p:pic>
      <p:sp>
        <p:nvSpPr>
          <p:cNvPr id="3" name="TextBox 2">
            <a:extLst>
              <a:ext uri="{FF2B5EF4-FFF2-40B4-BE49-F238E27FC236}">
                <a16:creationId xmlns:a16="http://schemas.microsoft.com/office/drawing/2014/main" id="{F566E563-19A6-6674-B82E-51048830FA25}"/>
              </a:ext>
            </a:extLst>
          </p:cNvPr>
          <p:cNvSpPr txBox="1"/>
          <p:nvPr/>
        </p:nvSpPr>
        <p:spPr>
          <a:xfrm>
            <a:off x="3950729" y="2687092"/>
            <a:ext cx="4290538" cy="822868"/>
          </a:xfrm>
          <a:prstGeom prst="rect">
            <a:avLst/>
          </a:prstGeom>
          <a:noFill/>
          <a:ln cap="flat">
            <a:noFill/>
          </a:ln>
          <a:effectLst>
            <a:outerShdw dist="22997" dir="5400000" algn="tl">
              <a:srgbClr val="000000">
                <a:alpha val="35000"/>
              </a:srgbClr>
            </a:outerShdw>
          </a:effectLst>
        </p:spPr>
        <p:txBody>
          <a:bodyPr vert="horz" wrap="square" lIns="0" tIns="0" rIns="0" bIns="0" anchor="t" anchorCtr="1" compatLnSpc="1">
            <a:spAutoFit/>
          </a:bodyPr>
          <a:lstStyle/>
          <a:p>
            <a:pPr marL="0" marR="0" lvl="0" indent="0" algn="ctr" defTabSz="457200" rtl="0" fontAlgn="auto" hangingPunct="1">
              <a:lnSpc>
                <a:spcPts val="6480"/>
              </a:lnSpc>
              <a:spcBef>
                <a:spcPts val="0"/>
              </a:spcBef>
              <a:spcAft>
                <a:spcPts val="0"/>
              </a:spcAft>
              <a:buNone/>
              <a:tabLst/>
              <a:defRPr sz="1800" b="0" i="0" u="none" strike="noStrike" kern="0" cap="none" spc="0" baseline="0">
                <a:solidFill>
                  <a:srgbClr val="000000"/>
                </a:solidFill>
                <a:uFillTx/>
              </a:defRPr>
            </a:pPr>
            <a:r>
              <a:rPr lang="en-IN" sz="5400" b="0" i="0" u="none" strike="noStrike" kern="1200" cap="none" spc="0" baseline="0" dirty="0">
                <a:solidFill>
                  <a:srgbClr val="1E3A8A"/>
                </a:solidFill>
                <a:uFillTx/>
                <a:latin typeface="Poppins Extra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628</TotalTime>
  <Words>2913</Words>
  <Application>Microsoft Office PowerPoint</Application>
  <PresentationFormat>Widescreen</PresentationFormat>
  <Paragraphs>655</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Inter</vt:lpstr>
      <vt:lpstr>Poppins</vt:lpstr>
      <vt:lpstr>Poppins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 Snehi</dc:creator>
  <dc:description>generated using python-pptx</dc:description>
  <cp:lastModifiedBy>Asritha balusumilli</cp:lastModifiedBy>
  <cp:revision>123</cp:revision>
  <dcterms:created xsi:type="dcterms:W3CDTF">2013-01-27T09:14:16Z</dcterms:created>
  <dcterms:modified xsi:type="dcterms:W3CDTF">2026-09-29T10:41:46Z</dcterms:modified>
</cp:coreProperties>
</file>